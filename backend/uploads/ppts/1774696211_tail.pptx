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Tailwind CSS Essentials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Tailwind CSS Essentials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  <a:defRPr sz="1150">
                <a:solidFill>
                  <a:srgbClr val="2D2D2D"/>
                </a:solidFill>
                <a:latin typeface="Calibri"/>
              </a:defRPr>
            </a:pPr>
            <a:r>
              <a:t>Tailwind CSS is a utility-first CSS framework that allows developers to write more concise and readable code. It provides a set of pre-defined classes that can be used to style HTML elements.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400" b="1">
                <a:solidFill>
                  <a:srgbClr val="4678AA"/>
                </a:solidFill>
                <a:latin typeface="Calibri"/>
              </a:defRPr>
            </a:pPr>
            <a:r>
              <a:t>Classes Used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py-1 - Add 1-unit padding to the container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flex justify-center - Center an element horizontally and vertically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text-blue-500 - Style text with a blue color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Advanced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Tailwind CSS allows for advanced customization by using its utility classes. The .text-red-700 class can be used to style text red.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 b="1">
                <a:solidFill>
                  <a:srgbClr val="4678AA"/>
                </a:solidFill>
                <a:latin typeface="Calibri"/>
              </a:defRPr>
            </a:pPr>
            <a:r>
              <a:t>Custom Styles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3C3C3C"/>
                </a:solidFill>
                <a:latin typeface="Calibri"/>
              </a:defRPr>
            </a:pPr>
            <a:r>
              <a:t>Use the font-1.5em class to add 1.5 times the font size of the element's parent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3C3C3C"/>
                </a:solidFill>
                <a:latin typeface="Calibri"/>
              </a:defRPr>
            </a:pPr>
            <a:r>
              <a:t>Use the flex-shrink-0 class on flex items to make them not shrink when they reach a certain width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  <a:defRPr sz="1150">
                <a:solidFill>
                  <a:srgbClr val="2D2D2D"/>
                </a:solidFill>
                <a:latin typeface="Calibri"/>
              </a:defRPr>
            </a:pPr>
            <a:r>
              <a:t>Tailwind CSS recommends using its utility classes instead of custom styles whenever possible.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400" b="1">
                <a:solidFill>
                  <a:srgbClr val="4678AA"/>
                </a:solidFill>
                <a:latin typeface="Calibri"/>
              </a:defRPr>
            </a:pPr>
            <a:r>
              <a:t>Code Example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1150">
                <a:solidFill>
                  <a:srgbClr val="2D2D2D"/>
                </a:solidFill>
                <a:latin typeface="Calibri"/>
              </a:defRPr>
            </a:pPr>
            <a:r>
              <a:t>&lt;div py-4 text-blue-500 flex justify-center h-screen&gt;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1150">
                <a:solidFill>
                  <a:srgbClr val="2D2D2D"/>
                </a:solidFill>
                <a:latin typeface="Calibri"/>
              </a:defRPr>
            </a:pPr>
            <a:r>
              <a:t>&lt;p&gt;Some content&lt;/p&gt;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1150">
                <a:solidFill>
                  <a:srgbClr val="2D2D2D"/>
                </a:solidFill>
                <a:latin typeface="Calibri"/>
              </a:defRPr>
            </a:pPr>
            <a:r>
              <a:t>&lt;/div&gt;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1150">
                <a:solidFill>
                  <a:srgbClr val="2D2D2D"/>
                </a:solidFill>
                <a:latin typeface="Calibri"/>
              </a:defRPr>
            </a:pPr>
            <a:r>
              <a:t>This code uses the py-4 class to add a 1-unit padding, and the .text-blue-500 class to style the text with a blue color.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Debugging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To debug Tailwind CSS issues, try using the browser's developer tools. You can also use online resources like Tailwind CSS GitHub page for troubleshooting guides.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 b="1">
                <a:solidFill>
                  <a:srgbClr val="4678AA"/>
                </a:solidFill>
                <a:latin typeface="Calibri"/>
              </a:defRPr>
            </a:pPr>
            <a:r>
              <a:t>Debugging Tips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3C3C3C"/>
                </a:solidFill>
                <a:latin typeface="Calibri"/>
              </a:defRPr>
            </a:pPr>
            <a:r>
              <a:t>Check the browser console for any errors or warnings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3C3C3C"/>
                </a:solidFill>
                <a:latin typeface="Calibri"/>
              </a:defRPr>
            </a:pPr>
            <a:r>
              <a:t>Use the browser developer tools to inspect element styles and values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