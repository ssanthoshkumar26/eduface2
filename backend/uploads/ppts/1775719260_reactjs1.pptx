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reactjs1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Introduction to ReactJS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Introduction to ReactJS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D2D2D"/>
                </a:solidFill>
                <a:latin typeface="Calibri"/>
              </a:defRPr>
            </a:pPr>
            <a:r>
              <a:t>ReactJS is a popular JavaScript library used for building user interfaces and single-page applications. It was developed by Facebook and is now maintained by Facebook and a community of developers.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Key Features of ReactJS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900">
                <a:solidFill>
                  <a:srgbClr val="3C3C3C"/>
                </a:solidFill>
                <a:latin typeface="Calibri"/>
              </a:defRPr>
            </a:pPr>
            <a:r>
              <a:t>Components: ReactJS uses a component-based architecture, where each component represents a small piece of the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Key Features of ReactJS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900">
                <a:solidFill>
                  <a:srgbClr val="3C3C3C"/>
                </a:solidFill>
                <a:latin typeface="Calibri"/>
              </a:defRPr>
            </a:pPr>
            <a:r>
              <a:t>Virtual DOM: ReactJS uses a virtual DOM (a lightweight in-memory representation of the real DOM) to optimize rendering and reduce the number of DOM mutations.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Key Features of ReactJS (Cont.)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900">
                <a:solidFill>
                  <a:srgbClr val="3C3C3C"/>
                </a:solidFill>
                <a:latin typeface="Calibri"/>
              </a:defRPr>
            </a:pPr>
            <a:r>
              <a:t>State and Props: ReactJS uses state and props to manage data and communicate between components.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>
                <a:solidFill>
                  <a:srgbClr val="3C3C3C"/>
                </a:solidFill>
                <a:latin typeface="Calibri"/>
              </a:defRPr>
            </a:pPr>
            <a:r>
              <a:t>Event Handling: ReactJS provides an event handling system that allows developers to respond to user interactions.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Advantages of ReactJS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900">
                <a:solidFill>
                  <a:srgbClr val="3C3C3C"/>
                </a:solidFill>
                <a:latin typeface="Calibri"/>
              </a:defRPr>
            </a:pPr>
            <a:r>
              <a:t>Fast and Efficient: ReactJS is fast and efficient, thanks to its virtual DOM and optimized rendering algorithm.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Advantages of ReactJS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900">
                <a:solidFill>
                  <a:srgbClr val="3C3C3C"/>
                </a:solidFill>
                <a:latin typeface="Calibri"/>
              </a:defRPr>
            </a:pPr>
            <a:r>
              <a:t>Easy to Learn: ReactJS has a relatively low barrier to entry, making it easy for new developers to learn and start building applications.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900">
                <a:solidFill>
                  <a:srgbClr val="3C3C3C"/>
                </a:solidFill>
                <a:latin typeface="Calibri"/>
              </a:defRPr>
            </a:pPr>
            <a:r>
              <a:t>Large Community: ReactJS has a large and active community of developers, which means there are many resources available for learning and troubleshooting.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Common Use Cases for ReactJS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900">
                <a:solidFill>
                  <a:srgbClr val="3C3C3C"/>
                </a:solidFill>
                <a:latin typeface="Calibri"/>
              </a:defRPr>
            </a:pPr>
            <a:r>
              <a:t>Single-Page Applications: ReactJS is well-suited for building single-page applications, where the entire application is loaded on a single page.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900">
                <a:solidFill>
                  <a:srgbClr val="3C3C3C"/>
                </a:solidFill>
                <a:latin typeface="Calibri"/>
              </a:defRPr>
            </a:pPr>
            <a:r>
              <a:t>Progressive Web Apps: ReactJS can be used to build progressive web apps, which provide a native app-like experience to users.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900">
                <a:solidFill>
                  <a:srgbClr val="3C3C3C"/>
                </a:solidFill>
                <a:latin typeface="Calibri"/>
              </a:defRPr>
            </a:pPr>
            <a:r>
              <a:t>Web Applications: ReactJS can be used to build complex web applications, such as dashboards, analytics tools, and social media platforms.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