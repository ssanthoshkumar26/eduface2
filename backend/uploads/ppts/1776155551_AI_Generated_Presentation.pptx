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AI_Generated_Presentation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ReactJS is a JavaScript library used for building user interfaces, particularly...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Introduction to ReactJS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ReactJS is a JavaScript library used for building user interfaces, particularly for single-page applications. It allows developers to create reusable UI components and manage the state changes of complex applications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Key Features of ReactJS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Virtual DOM: ReactJS uses a virtual DOM, which is a lightweight in-memory representation of the real DOM. This allows for efficient updates and reduces the number of DOM mutations.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Components: ReactJS introduces a concept of components, which are reusable pieces of code that represent a part of the user interface.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State and Props: ReactJS uses state and props to manage the data and behavior of components. State is used to store the dynamic data of a component, while props are used to pass data from a parent component to a child component.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JSX: ReactJS uses JSX, which is a syntax extension for JavaScript that allows developers to write HTML-like code in their JavaScript files.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Benefits of Using ReactJS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Efficient: ReactJS is efficient because it only updates the components that have changed, rather than updating the entire DOM.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Reusable: ReactJS components are reusable, which means that developers can write a component once and use it multiple times in their application.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Easy to Learn: ReactJS has a relatively low learning curve, especially for developers who are already familiar with JavaScript and HTML/CSS.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Large Community: ReactJS has a large and active community, which means that there are many resources available for learning and troubleshooting.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