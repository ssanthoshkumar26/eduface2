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6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6624"/>
          </a:solidFill>
          <a:ln>
            <a:solidFill>
              <a:srgbClr val="226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Segoe UI"/>
              </a:defRPr>
            </a:pPr>
            <a:r>
              <a:t>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E6C8"/>
                </a:solidFill>
                <a:latin typeface="Segoe UI"/>
              </a:defRPr>
            </a:pPr>
            <a:r>
              <a:t>Introduction to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6624"/>
          </a:solidFill>
          <a:ln>
            <a:solidFill>
              <a:srgbClr val="226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6624"/>
                </a:solidFill>
                <a:latin typeface="Segoe UI"/>
              </a:defRPr>
            </a:pPr>
            <a:r>
              <a:t>Introduction to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323232"/>
                </a:solidFill>
                <a:latin typeface="Segoe UI"/>
              </a:defRPr>
            </a:pPr>
            <a:r>
              <a:t>Networking refers to the process of connecting devices, such as computers, servers, and other hardware, to share resources, exchange data, and communicate with each other. A network can be as simple as two devices connected by a cable or as complex...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Local Area Network (LAN): A LAN connects devices in a limited geographical area, such as a home, office building, or campus.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Wide Area Network (WAN): A WAN connects devices over a larger geographical area, such as a city or country.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Wireless Network (WLAN): A WLAN connects devices wirelessly, using radio waves or infrared signals.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Virtual Private Network (VPN): A VPN is a network that uses encryption and other security measures to create a secure and private connection between devices over the internet.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6624"/>
          </a:solidFill>
          <a:ln>
            <a:solidFill>
              <a:srgbClr val="226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6624"/>
                </a:solidFill>
                <a:latin typeface="Segoe UI"/>
              </a:defRPr>
            </a:pPr>
            <a:r>
              <a:t>Network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Bus Topology: A bus topology is a network configuration in which all devices are connected to a single cable or backbone.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Star Topology: A star topology is a network configuration in which all devices are connected to a central device or hub.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Ring Topology: A ring topology is a network configuration in which devices are connected in a circular configuration, with each device connected to its two neighbors.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Mesh Topology: A mesh topology is a network configuration in which each device is connected to every other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6624"/>
          </a:solidFill>
          <a:ln>
            <a:solidFill>
              <a:srgbClr val="226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6624"/>
                </a:solidFill>
                <a:latin typeface="Segoe UI"/>
              </a:defRPr>
            </a:pPr>
            <a:r>
              <a:t>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Router: A router is a device that connects multiple networks together and routes traffic between them.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Switch: A switch is a device that connects multiple devices within a network and forwards data packets between them.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Hub: A hub is a device that connects multiple devices within a network and broadcasts incoming data to all connected devices.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Modem: A modem is a device that connects a network to the internet via a broadband connection.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6624"/>
          </a:solidFill>
          <a:ln>
            <a:solidFill>
              <a:srgbClr val="226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6624"/>
                </a:solidFill>
                <a:latin typeface="Segoe UI"/>
              </a:defRPr>
            </a:pPr>
            <a:r>
              <a:t>Network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TCP/IP: The Transmission Control Protocol/Internet Protocol (TCP/IP) is a suite of protocols that governs how data is transmitted over the internet.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HTTP: The Hypertext Transfer Protocol (HTTP) is a protocol that governs how data is transmitted over the web.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FTP: The File Transfer Protocol (FTP) is a protocol that governs how files are transferred over a network.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DNS: The Domain Name System (DNS) is a protocol that translates domain names into IP addresses.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6624"/>
          </a:solidFill>
          <a:ln>
            <a:solidFill>
              <a:srgbClr val="226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6624"/>
                </a:solidFill>
                <a:latin typeface="Segoe UI"/>
              </a:defRPr>
            </a:pPr>
            <a:r>
              <a:t>Network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Firewall: A firewall is a device or software that blocks unauthorized access to a network.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Antivirus Software: Antivirus software is a program that detects and removes malware from a network.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Encryption: Encryption is the process of converting plaintext data into unreadable ciphertext to protect it from unauthorized access.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Authentication: Authentication is the process of verifying the identity of devices or users on a network.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