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1E1E1E"/>
                </a:solidFill>
                <a:latin typeface="Arial"/>
              </a:defRPr>
            </a:pPr>
            <a:r>
              <a:t>nextjs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Introduction to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Next.js is an open-source React-based framework for building server-side rendered and statically generated websites and applications. It provides a set of features and tools that make it easy to build fast, scalable, and maintainable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Key Features of Next.js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Server-Side Rendering (SSR): Next.js allows you to render your React components on the server, which can improve SEO and provide faster page 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Key Features of Next.js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Static Site Generation (SSG): Next.js can also generate static HTML files for your application, which can be served directly by a web server or CDN.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Internationalization and Localization: Next.js provides built-in support for internationalization and localization, making it easy to build applications that can be used by people all around the world.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API Routes: Next.js allows you to create API routes, which can be used to handle server-side logic and provide data to your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Key Features of Next.js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Built-in Support for CSS and Sass: Next.js provides built-in support for CSS and Sass, making it easy to style your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Arial"/>
              </a:defRPr>
            </a:pPr>
            <a:r>
              <a:t>Key Features of Next.js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646464"/>
                </a:solidFill>
                <a:latin typeface="Arial"/>
              </a:defRPr>
            </a:pPr>
            <a:r>
              <a:t>Advantages of Using Next.js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Improved Performance: Next.js can improve the performance of your application by reducing the amount of JavaScript that needs to be loaded on the client-side.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Better SEO: Next.js can improve the SEO of your application by providing server-side rendering and static site generation.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Easier Maintenance: Next.js provides a set of tools and features that make it easy to maintain and update your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