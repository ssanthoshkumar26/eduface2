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Nodejs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Node.js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What is Node.js?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Node.js is a JavaScript runtime environment that allows developers to run JavaScript on the server-side.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It's built on Chrome's V8 JavaScript engine and provides an event-driven, non-blocking I/O model.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Key Features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Async I/O: Node.js uses asynchronous I/O to handle multiple requests concurrently, making it well-suited for real-time applications.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Event Loop: The event loop is the core of Node.js, handling incoming messages (events) and processing them in a timely manner.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Built-in Modules: Node.js comes with a large ecosystem of built-in modules that provide various functionality, such as file I/O, networking, and database interactions.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Use Cases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Server-Side Development: Node.js is ideal for building scalable server-side applications, including APIs, web servers, and microservices.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Real-Time Applications: Node.js is well-suited for real-time applications, such as live updates, chatbots, and gaming platforms.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Web Development: Node.js can be used to build complex web applications using frameworks like Express.js and Next.js.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Practical Example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`javascript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const express = require('express');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const app = express;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app.get('/', (req, res) =&gt; {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// Handle incoming GET request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res.send('Hello, World!');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app.listen(3000, =&gt; {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console.log('Server listening on port 3000');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Advantages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No Compile-Time Errors: Node.js runs at runtime, eliminating the need for compile-time errors.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Cross-Platform Compatibility: Node.js can run on multiple platforms, including Windows, macOS, and Linux.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Large Ecosystem: Node.js has a vast array of libraries and frameworks to choose from.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