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DevOps is a set of practices that combines software development (Dev) and IT operations (Ops) to improve the speed, quality, and reliability of software releases and deployments. It aims to create a culture and environment where building, testing,...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Principles of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Collaboration: DevOps emphasizes the importance of collaboration between different teams, including development, operations, quality assurance, and security. This collaboration ensures that everyone is aligned and working towards common goals.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Automation: Automation is a critical aspect of DevOps. It involves using tools to automate processes such as build, deployment, testing, and monitoring to reduce manual errors and increase efficiency.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Continuous Integration and Continuous Deployment (CI/CD): CI/CD is a core practice in DevOps. Continuous Integration involves integrating code changes into a central repository frequently, usually through automated builds and tests. Continuous...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Principles of DevOps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Monitoring and Feedback: Continuous monitoring of applications and infrastructure, along with feedback from users and the system itself, is crucial for identifying areas for improvement and implementing changes.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DevOps Tools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Several tools are used in DevOps to facilitate its practices. These include: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Version Control Systems (VCS) like Git for managing code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Principles of DevOps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CI/CD Tools such as Jenkins, GitLab CI/CD, and CircleCI for automating build, test, and deployment processes.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Configuration Management Tools like Ansible, Puppet, and Chef for managing and configuring infrastructure and applications.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Monitoring Tools such as Prometheus, Grafana, and New Relic for keeping track of application and system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Principles of DevOps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Benefits of DevOps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The adoption of DevOps practices offers several benefits, including: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Principles of DevOps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Faster Time-to-Market: By automating processes and improving collaboration, DevOps enables organizations to release software faster.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Improved Quality: Continuous testing and monitoring ensure that software is thoroughly tested and meets quality standards before release.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Enhanced Customer Satisfaction: By releasing features and fixes quickly and reliably, organizations can improve customer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