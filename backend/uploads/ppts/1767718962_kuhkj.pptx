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kuhkj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CCNA: Cisco Certified Network Associate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CCNA: Cisco Certified Network Associate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CCNA (Cisco Certified Network Associate) is a globally recognized certification offered by Cisco Systems. It validates the individual's ability to...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Prerequisites for CCNA Certification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926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A basic understanding of computer networking concepts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Familiarity with operating systems (Windows, Linux, macOS)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Knowledge of TCP/IP protocol suite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Familiarity with subnetting and VLSM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Exam Topics Covered in CCNA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926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1. Network Fundamentals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OSI model and TCP/IP protocol suite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IPv4 and IPv6 addressing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Subnetting, VLSM, and PAT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Routing and remote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926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WAN technologies (Frame Relay, PPP, HDLC)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2. LAN Switching Technologies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STP, RSTP, and MSTP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VLANs, trunking, and inter-VLAN routing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EtherChannels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926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3. Wired and Wireless Network Security Fundamentals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Basic security concepts (ACLs, firewalls)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IOS command-line interface (CLI) security</a:t>
            </a:r>
          </a:p>
          <a:p>
            <a:pPr lvl="1">
              <a:lnSpc>
                <a:spcPct val="125000"/>
              </a:lnSpc>
              <a:spcAft>
                <a:spcPts val="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Wi-Fi security (WPA2/WPA3, 802.1X)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4. Infrastructure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926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1">
              <a:lnSpc>
                <a:spcPct val="125000"/>
              </a:lnSpc>
              <a:spcAft>
                <a:spcPts val="700"/>
              </a:spcAft>
              <a:defRPr sz="1250">
                <a:solidFill>
                  <a:srgbClr val="3C3C3C"/>
                </a:solidFill>
                <a:latin typeface="Calibri"/>
              </a:defRPr>
            </a:pPr>
            <a:r>
              <a:t>DHCP, DNS, and SNMP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