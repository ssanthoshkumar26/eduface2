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Java Programming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Java Programming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 b="1">
                <a:solidFill>
                  <a:srgbClr val="4678AA"/>
                </a:solidFill>
                <a:latin typeface="Calibri"/>
              </a:defRPr>
            </a:pPr>
            <a:r>
              <a:t>Overview of Java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Java Syntax and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Java syntax uses indentation to denote block-level structure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Variables are declared using the var keyword or the type name syntax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Basic operators: +, -, *, /, etc.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Basic data types: int, double, boolean, etc.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4678AA"/>
                </a:solidFill>
                <a:latin typeface="Calibri"/>
              </a:defRPr>
            </a:pPr>
            <a:r>
              <a:t>Control Structures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Conditional statements:</a:t>
            </a:r>
          </a:p>
          <a:p>
            <a:pPr lvl="2"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if statements: if (condition) { statement }</a:t>
            </a:r>
          </a:p>
          <a:p>
            <a:pPr lvl="2"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switch statements: switch (variable) { case value : ... }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Loops:</a:t>
            </a:r>
          </a:p>
          <a:p>
            <a:pPr lvl="2"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for loops: for (initialization; condition; update) { statement }</a:t>
            </a:r>
          </a:p>
          <a:p>
            <a:pPr lvl="2"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while loops: while (condition) { statement }</a:t>
            </a:r>
          </a:p>
          <a:p>
            <a:pPr lvl="2">
              <a:lnSpc>
                <a:spcPct val="110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do-while loops: do { statement } while (condition);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Object-Oriented Programming (OOP)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Classes and Objects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Classes define a blueprint for creating objects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Objects are instances of a class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Encapsulation: hiding implementation details within a class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Inheritance: creating a new class based on an existing class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Methods and Functions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Methods: functions within a class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Functions: standalone blocks of code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Method overloading: multiple methods with the same name but different parameters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Method overriding: a subclass provides a different implementation of a method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Packages and Imports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Packages: organize classes and files into logical groups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Import statements: specify the classes or libraries a program needs to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