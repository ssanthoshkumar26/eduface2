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3" r:id="rId26"/>
    <p:sldId id="284" r:id="rId27"/>
    <p:sldId id="285" r:id="rId28"/>
    <p:sldId id="280" r:id="rId29"/>
    <p:sldId id="281" r:id="rId30"/>
    <p:sldId id="28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495F3C-A8B0-70B4-E3D4-066158AAFFC7}" v="125" dt="2025-12-29T04:15:23.187"/>
    <p1510:client id="{A8603788-DFDA-8DC0-8EAC-2E7E90BFF5BC}" v="353" dt="2025-12-27T14:12:32.5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>
        <p:scale>
          <a:sx n="92" d="100"/>
          <a:sy n="92" d="100"/>
        </p:scale>
        <p:origin x="-110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svg"/><Relationship Id="rId1" Type="http://schemas.openxmlformats.org/officeDocument/2006/relationships/image" Target="../media/image8.png"/><Relationship Id="rId6" Type="http://schemas.openxmlformats.org/officeDocument/2006/relationships/image" Target="../media/image15.svg"/><Relationship Id="rId5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svg"/><Relationship Id="rId1" Type="http://schemas.openxmlformats.org/officeDocument/2006/relationships/image" Target="../media/image11.png"/><Relationship Id="rId6" Type="http://schemas.openxmlformats.org/officeDocument/2006/relationships/image" Target="../media/image21.svg"/><Relationship Id="rId5" Type="http://schemas.openxmlformats.org/officeDocument/2006/relationships/image" Target="../media/image13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3.svg"/><Relationship Id="rId1" Type="http://schemas.openxmlformats.org/officeDocument/2006/relationships/image" Target="../media/image14.png"/><Relationship Id="rId6" Type="http://schemas.openxmlformats.org/officeDocument/2006/relationships/image" Target="../media/image27.svg"/><Relationship Id="rId5" Type="http://schemas.openxmlformats.org/officeDocument/2006/relationships/image" Target="../media/image16.png"/><Relationship Id="rId4" Type="http://schemas.openxmlformats.org/officeDocument/2006/relationships/image" Target="../media/image2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9.svg"/><Relationship Id="rId1" Type="http://schemas.openxmlformats.org/officeDocument/2006/relationships/image" Target="../media/image17.png"/><Relationship Id="rId6" Type="http://schemas.openxmlformats.org/officeDocument/2006/relationships/image" Target="../media/image33.svg"/><Relationship Id="rId5" Type="http://schemas.openxmlformats.org/officeDocument/2006/relationships/image" Target="../media/image19.png"/><Relationship Id="rId4" Type="http://schemas.openxmlformats.org/officeDocument/2006/relationships/image" Target="../media/image3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5.svg"/><Relationship Id="rId1" Type="http://schemas.openxmlformats.org/officeDocument/2006/relationships/image" Target="../media/image20.png"/><Relationship Id="rId6" Type="http://schemas.openxmlformats.org/officeDocument/2006/relationships/image" Target="../media/image39.svg"/><Relationship Id="rId5" Type="http://schemas.openxmlformats.org/officeDocument/2006/relationships/image" Target="../media/image22.png"/><Relationship Id="rId4" Type="http://schemas.openxmlformats.org/officeDocument/2006/relationships/image" Target="../media/image37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1.svg"/><Relationship Id="rId1" Type="http://schemas.openxmlformats.org/officeDocument/2006/relationships/image" Target="../media/image23.png"/><Relationship Id="rId6" Type="http://schemas.openxmlformats.org/officeDocument/2006/relationships/image" Target="../media/image33.svg"/><Relationship Id="rId5" Type="http://schemas.openxmlformats.org/officeDocument/2006/relationships/image" Target="../media/image19.png"/><Relationship Id="rId4" Type="http://schemas.openxmlformats.org/officeDocument/2006/relationships/image" Target="../media/image43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5.svg"/><Relationship Id="rId1" Type="http://schemas.openxmlformats.org/officeDocument/2006/relationships/image" Target="../media/image25.png"/><Relationship Id="rId6" Type="http://schemas.openxmlformats.org/officeDocument/2006/relationships/image" Target="../media/image49.svg"/><Relationship Id="rId5" Type="http://schemas.openxmlformats.org/officeDocument/2006/relationships/image" Target="../media/image27.png"/><Relationship Id="rId4" Type="http://schemas.openxmlformats.org/officeDocument/2006/relationships/image" Target="../media/image47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1.svg"/><Relationship Id="rId1" Type="http://schemas.openxmlformats.org/officeDocument/2006/relationships/image" Target="../media/image28.png"/><Relationship Id="rId6" Type="http://schemas.openxmlformats.org/officeDocument/2006/relationships/image" Target="../media/image55.svg"/><Relationship Id="rId5" Type="http://schemas.openxmlformats.org/officeDocument/2006/relationships/image" Target="../media/image30.png"/><Relationship Id="rId4" Type="http://schemas.openxmlformats.org/officeDocument/2006/relationships/image" Target="../media/image53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62.svg"/><Relationship Id="rId1" Type="http://schemas.openxmlformats.org/officeDocument/2006/relationships/image" Target="../media/image34.png"/><Relationship Id="rId6" Type="http://schemas.openxmlformats.org/officeDocument/2006/relationships/image" Target="../media/image66.svg"/><Relationship Id="rId5" Type="http://schemas.openxmlformats.org/officeDocument/2006/relationships/image" Target="../media/image36.png"/><Relationship Id="rId4" Type="http://schemas.openxmlformats.org/officeDocument/2006/relationships/image" Target="../media/image64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image" Target="../media/image68.svg"/><Relationship Id="rId1" Type="http://schemas.openxmlformats.org/officeDocument/2006/relationships/image" Target="../media/image37.png"/><Relationship Id="rId6" Type="http://schemas.openxmlformats.org/officeDocument/2006/relationships/image" Target="../media/image72.svg"/><Relationship Id="rId5" Type="http://schemas.openxmlformats.org/officeDocument/2006/relationships/image" Target="../media/image39.png"/><Relationship Id="rId10" Type="http://schemas.openxmlformats.org/officeDocument/2006/relationships/image" Target="../media/image76.svg"/><Relationship Id="rId4" Type="http://schemas.openxmlformats.org/officeDocument/2006/relationships/image" Target="../media/image70.svg"/><Relationship Id="rId9" Type="http://schemas.openxmlformats.org/officeDocument/2006/relationships/image" Target="../media/image41.pn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78.svg"/><Relationship Id="rId1" Type="http://schemas.openxmlformats.org/officeDocument/2006/relationships/image" Target="../media/image42.png"/><Relationship Id="rId6" Type="http://schemas.openxmlformats.org/officeDocument/2006/relationships/image" Target="../media/image82.svg"/><Relationship Id="rId5" Type="http://schemas.openxmlformats.org/officeDocument/2006/relationships/image" Target="../media/image44.png"/><Relationship Id="rId4" Type="http://schemas.openxmlformats.org/officeDocument/2006/relationships/image" Target="../media/image8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svg"/><Relationship Id="rId1" Type="http://schemas.openxmlformats.org/officeDocument/2006/relationships/image" Target="../media/image8.png"/><Relationship Id="rId6" Type="http://schemas.openxmlformats.org/officeDocument/2006/relationships/image" Target="../media/image15.svg"/><Relationship Id="rId5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svg"/><Relationship Id="rId1" Type="http://schemas.openxmlformats.org/officeDocument/2006/relationships/image" Target="../media/image11.png"/><Relationship Id="rId6" Type="http://schemas.openxmlformats.org/officeDocument/2006/relationships/image" Target="../media/image21.svg"/><Relationship Id="rId5" Type="http://schemas.openxmlformats.org/officeDocument/2006/relationships/image" Target="../media/image13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3.svg"/><Relationship Id="rId1" Type="http://schemas.openxmlformats.org/officeDocument/2006/relationships/image" Target="../media/image14.png"/><Relationship Id="rId6" Type="http://schemas.openxmlformats.org/officeDocument/2006/relationships/image" Target="../media/image27.svg"/><Relationship Id="rId5" Type="http://schemas.openxmlformats.org/officeDocument/2006/relationships/image" Target="../media/image16.png"/><Relationship Id="rId4" Type="http://schemas.openxmlformats.org/officeDocument/2006/relationships/image" Target="../media/image2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9.svg"/><Relationship Id="rId1" Type="http://schemas.openxmlformats.org/officeDocument/2006/relationships/image" Target="../media/image17.png"/><Relationship Id="rId6" Type="http://schemas.openxmlformats.org/officeDocument/2006/relationships/image" Target="../media/image33.svg"/><Relationship Id="rId5" Type="http://schemas.openxmlformats.org/officeDocument/2006/relationships/image" Target="../media/image19.png"/><Relationship Id="rId4" Type="http://schemas.openxmlformats.org/officeDocument/2006/relationships/image" Target="../media/image3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5.svg"/><Relationship Id="rId1" Type="http://schemas.openxmlformats.org/officeDocument/2006/relationships/image" Target="../media/image20.png"/><Relationship Id="rId6" Type="http://schemas.openxmlformats.org/officeDocument/2006/relationships/image" Target="../media/image39.svg"/><Relationship Id="rId5" Type="http://schemas.openxmlformats.org/officeDocument/2006/relationships/image" Target="../media/image22.png"/><Relationship Id="rId4" Type="http://schemas.openxmlformats.org/officeDocument/2006/relationships/image" Target="../media/image37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1.svg"/><Relationship Id="rId1" Type="http://schemas.openxmlformats.org/officeDocument/2006/relationships/image" Target="../media/image23.png"/><Relationship Id="rId6" Type="http://schemas.openxmlformats.org/officeDocument/2006/relationships/image" Target="../media/image33.svg"/><Relationship Id="rId5" Type="http://schemas.openxmlformats.org/officeDocument/2006/relationships/image" Target="../media/image19.png"/><Relationship Id="rId4" Type="http://schemas.openxmlformats.org/officeDocument/2006/relationships/image" Target="../media/image43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5.svg"/><Relationship Id="rId1" Type="http://schemas.openxmlformats.org/officeDocument/2006/relationships/image" Target="../media/image25.png"/><Relationship Id="rId6" Type="http://schemas.openxmlformats.org/officeDocument/2006/relationships/image" Target="../media/image49.svg"/><Relationship Id="rId5" Type="http://schemas.openxmlformats.org/officeDocument/2006/relationships/image" Target="../media/image27.png"/><Relationship Id="rId4" Type="http://schemas.openxmlformats.org/officeDocument/2006/relationships/image" Target="../media/image47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1.svg"/><Relationship Id="rId1" Type="http://schemas.openxmlformats.org/officeDocument/2006/relationships/image" Target="../media/image28.png"/><Relationship Id="rId6" Type="http://schemas.openxmlformats.org/officeDocument/2006/relationships/image" Target="../media/image55.svg"/><Relationship Id="rId5" Type="http://schemas.openxmlformats.org/officeDocument/2006/relationships/image" Target="../media/image30.png"/><Relationship Id="rId4" Type="http://schemas.openxmlformats.org/officeDocument/2006/relationships/image" Target="../media/image53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62.svg"/><Relationship Id="rId1" Type="http://schemas.openxmlformats.org/officeDocument/2006/relationships/image" Target="../media/image34.png"/><Relationship Id="rId6" Type="http://schemas.openxmlformats.org/officeDocument/2006/relationships/image" Target="../media/image66.svg"/><Relationship Id="rId5" Type="http://schemas.openxmlformats.org/officeDocument/2006/relationships/image" Target="../media/image36.png"/><Relationship Id="rId4" Type="http://schemas.openxmlformats.org/officeDocument/2006/relationships/image" Target="../media/image64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image" Target="../media/image68.svg"/><Relationship Id="rId1" Type="http://schemas.openxmlformats.org/officeDocument/2006/relationships/image" Target="../media/image37.png"/><Relationship Id="rId6" Type="http://schemas.openxmlformats.org/officeDocument/2006/relationships/image" Target="../media/image72.svg"/><Relationship Id="rId5" Type="http://schemas.openxmlformats.org/officeDocument/2006/relationships/image" Target="../media/image39.png"/><Relationship Id="rId10" Type="http://schemas.openxmlformats.org/officeDocument/2006/relationships/image" Target="../media/image76.svg"/><Relationship Id="rId4" Type="http://schemas.openxmlformats.org/officeDocument/2006/relationships/image" Target="../media/image70.svg"/><Relationship Id="rId9" Type="http://schemas.openxmlformats.org/officeDocument/2006/relationships/image" Target="../media/image41.pn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78.svg"/><Relationship Id="rId1" Type="http://schemas.openxmlformats.org/officeDocument/2006/relationships/image" Target="../media/image42.png"/><Relationship Id="rId6" Type="http://schemas.openxmlformats.org/officeDocument/2006/relationships/image" Target="../media/image82.svg"/><Relationship Id="rId5" Type="http://schemas.openxmlformats.org/officeDocument/2006/relationships/image" Target="../media/image44.png"/><Relationship Id="rId4" Type="http://schemas.openxmlformats.org/officeDocument/2006/relationships/image" Target="../media/image8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D5F6E6-BEBC-49B8-9DBE-AD6DDDAC3E3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EE51594-DA71-430E-B7A6-D24932D4760E}">
      <dgm:prSet/>
      <dgm:spPr/>
      <dgm:t>
        <a:bodyPr/>
        <a:lstStyle/>
        <a:p>
          <a:r>
            <a:rPr lang="en-US"/>
            <a:t>Service </a:t>
          </a:r>
        </a:p>
      </dgm:t>
    </dgm:pt>
    <dgm:pt modelId="{90B7735E-75DC-4007-BDB7-315ECD30D479}" type="parTrans" cxnId="{AF24F93F-AF7A-4CB4-A76A-1F0F83FD45A8}">
      <dgm:prSet/>
      <dgm:spPr/>
      <dgm:t>
        <a:bodyPr/>
        <a:lstStyle/>
        <a:p>
          <a:endParaRPr lang="en-US"/>
        </a:p>
      </dgm:t>
    </dgm:pt>
    <dgm:pt modelId="{F67276E2-4C49-4794-9EC8-4F5481CDEE54}" type="sibTrans" cxnId="{AF24F93F-AF7A-4CB4-A76A-1F0F83FD45A8}">
      <dgm:prSet/>
      <dgm:spPr/>
      <dgm:t>
        <a:bodyPr/>
        <a:lstStyle/>
        <a:p>
          <a:endParaRPr lang="en-US"/>
        </a:p>
      </dgm:t>
    </dgm:pt>
    <dgm:pt modelId="{7AF01B4D-5F4B-4713-BA47-789F25095386}">
      <dgm:prSet/>
      <dgm:spPr/>
      <dgm:t>
        <a:bodyPr/>
        <a:lstStyle/>
        <a:p>
          <a:r>
            <a:rPr lang="en-US" dirty="0" smtClean="0"/>
            <a:t>Product</a:t>
          </a:r>
          <a:endParaRPr lang="en-US" dirty="0"/>
        </a:p>
      </dgm:t>
    </dgm:pt>
    <dgm:pt modelId="{DA7EEDEE-ED62-4C45-B697-152A9EEBB8EC}" type="parTrans" cxnId="{5D5E93C8-5BCB-4796-9F31-3D652B9A4EF7}">
      <dgm:prSet/>
      <dgm:spPr/>
      <dgm:t>
        <a:bodyPr/>
        <a:lstStyle/>
        <a:p>
          <a:endParaRPr lang="en-US"/>
        </a:p>
      </dgm:t>
    </dgm:pt>
    <dgm:pt modelId="{80315A05-7866-492C-9AAC-A5749314FD86}" type="sibTrans" cxnId="{5D5E93C8-5BCB-4796-9F31-3D652B9A4EF7}">
      <dgm:prSet/>
      <dgm:spPr/>
      <dgm:t>
        <a:bodyPr/>
        <a:lstStyle/>
        <a:p>
          <a:endParaRPr lang="en-US"/>
        </a:p>
      </dgm:t>
    </dgm:pt>
    <dgm:pt modelId="{D8FACE98-E2A5-4486-BD49-E5F8C7FA73E8}" type="pres">
      <dgm:prSet presAssocID="{15D5F6E6-BEBC-49B8-9DBE-AD6DDDAC3E38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CCD13A33-187B-4D75-8CAE-D397222D5C2F}" type="pres">
      <dgm:prSet presAssocID="{EEE51594-DA71-430E-B7A6-D24932D4760E}" presName="compNode" presStyleCnt="0"/>
      <dgm:spPr/>
    </dgm:pt>
    <dgm:pt modelId="{8F681845-4D39-4225-B85D-DA7CF03323D4}" type="pres">
      <dgm:prSet presAssocID="{EEE51594-DA71-430E-B7A6-D24932D4760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76FECD6-AA69-482A-91FC-3F03F1221FAD}" type="pres">
      <dgm:prSet presAssocID="{EEE51594-DA71-430E-B7A6-D24932D4760E}" presName="spaceRect" presStyleCnt="0"/>
      <dgm:spPr/>
    </dgm:pt>
    <dgm:pt modelId="{F7075863-595A-4C1A-A020-E9429FC41D82}" type="pres">
      <dgm:prSet presAssocID="{EEE51594-DA71-430E-B7A6-D24932D4760E}" presName="textRect" presStyleLbl="revTx" presStyleIdx="0" presStyleCnt="2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3DDCF628-B506-477B-B0BA-FF1E76D2D3FE}" type="pres">
      <dgm:prSet presAssocID="{F67276E2-4C49-4794-9EC8-4F5481CDEE54}" presName="sibTrans" presStyleCnt="0"/>
      <dgm:spPr/>
    </dgm:pt>
    <dgm:pt modelId="{28E4811C-985B-402F-95F0-E7D2D69C1786}" type="pres">
      <dgm:prSet presAssocID="{7AF01B4D-5F4B-4713-BA47-789F25095386}" presName="compNode" presStyleCnt="0"/>
      <dgm:spPr/>
    </dgm:pt>
    <dgm:pt modelId="{DE6ADFAE-5EE0-4EEC-88E7-3BC1162E5BB3}" type="pres">
      <dgm:prSet presAssocID="{7AF01B4D-5F4B-4713-BA47-789F2509538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AC13B8AC-4981-4FBF-A7C1-3D97023E76A8}" type="pres">
      <dgm:prSet presAssocID="{7AF01B4D-5F4B-4713-BA47-789F25095386}" presName="spaceRect" presStyleCnt="0"/>
      <dgm:spPr/>
    </dgm:pt>
    <dgm:pt modelId="{D95A7EDF-43DC-4050-9D65-91C5EAD3F155}" type="pres">
      <dgm:prSet presAssocID="{7AF01B4D-5F4B-4713-BA47-789F25095386}" presName="textRect" presStyleLbl="revTx" presStyleIdx="1" presStyleCnt="2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4DA757B3-01A1-4458-A791-98EDD6CC1C56}" type="presOf" srcId="{15D5F6E6-BEBC-49B8-9DBE-AD6DDDAC3E38}" destId="{D8FACE98-E2A5-4486-BD49-E5F8C7FA73E8}" srcOrd="0" destOrd="0" presId="urn:microsoft.com/office/officeart/2018/2/layout/IconLabelList"/>
    <dgm:cxn modelId="{286A9848-25C6-4E46-9768-4095A1C9E848}" type="presOf" srcId="{EEE51594-DA71-430E-B7A6-D24932D4760E}" destId="{F7075863-595A-4C1A-A020-E9429FC41D82}" srcOrd="0" destOrd="0" presId="urn:microsoft.com/office/officeart/2018/2/layout/IconLabelList"/>
    <dgm:cxn modelId="{DE40AD92-7323-4159-AB4E-16C4B4F77CD2}" type="presOf" srcId="{7AF01B4D-5F4B-4713-BA47-789F25095386}" destId="{D95A7EDF-43DC-4050-9D65-91C5EAD3F155}" srcOrd="0" destOrd="0" presId="urn:microsoft.com/office/officeart/2018/2/layout/IconLabelList"/>
    <dgm:cxn modelId="{5D5E93C8-5BCB-4796-9F31-3D652B9A4EF7}" srcId="{15D5F6E6-BEBC-49B8-9DBE-AD6DDDAC3E38}" destId="{7AF01B4D-5F4B-4713-BA47-789F25095386}" srcOrd="1" destOrd="0" parTransId="{DA7EEDEE-ED62-4C45-B697-152A9EEBB8EC}" sibTransId="{80315A05-7866-492C-9AAC-A5749314FD86}"/>
    <dgm:cxn modelId="{AF24F93F-AF7A-4CB4-A76A-1F0F83FD45A8}" srcId="{15D5F6E6-BEBC-49B8-9DBE-AD6DDDAC3E38}" destId="{EEE51594-DA71-430E-B7A6-D24932D4760E}" srcOrd="0" destOrd="0" parTransId="{90B7735E-75DC-4007-BDB7-315ECD30D479}" sibTransId="{F67276E2-4C49-4794-9EC8-4F5481CDEE54}"/>
    <dgm:cxn modelId="{E928AFCB-65D0-4609-B17C-FCD812BCD87D}" type="presParOf" srcId="{D8FACE98-E2A5-4486-BD49-E5F8C7FA73E8}" destId="{CCD13A33-187B-4D75-8CAE-D397222D5C2F}" srcOrd="0" destOrd="0" presId="urn:microsoft.com/office/officeart/2018/2/layout/IconLabelList"/>
    <dgm:cxn modelId="{52C9E799-0702-4F1E-B52B-D871489D9717}" type="presParOf" srcId="{CCD13A33-187B-4D75-8CAE-D397222D5C2F}" destId="{8F681845-4D39-4225-B85D-DA7CF03323D4}" srcOrd="0" destOrd="0" presId="urn:microsoft.com/office/officeart/2018/2/layout/IconLabelList"/>
    <dgm:cxn modelId="{264A5F1B-DE6C-4D74-A2F8-021BE17AE200}" type="presParOf" srcId="{CCD13A33-187B-4D75-8CAE-D397222D5C2F}" destId="{C76FECD6-AA69-482A-91FC-3F03F1221FAD}" srcOrd="1" destOrd="0" presId="urn:microsoft.com/office/officeart/2018/2/layout/IconLabelList"/>
    <dgm:cxn modelId="{ABF075EE-1B37-45AC-A118-26F38C2FE2C9}" type="presParOf" srcId="{CCD13A33-187B-4D75-8CAE-D397222D5C2F}" destId="{F7075863-595A-4C1A-A020-E9429FC41D82}" srcOrd="2" destOrd="0" presId="urn:microsoft.com/office/officeart/2018/2/layout/IconLabelList"/>
    <dgm:cxn modelId="{AF131E9C-34C6-4F70-9373-2C005B89F374}" type="presParOf" srcId="{D8FACE98-E2A5-4486-BD49-E5F8C7FA73E8}" destId="{3DDCF628-B506-477B-B0BA-FF1E76D2D3FE}" srcOrd="1" destOrd="0" presId="urn:microsoft.com/office/officeart/2018/2/layout/IconLabelList"/>
    <dgm:cxn modelId="{1EF9923C-4676-4F21-9F95-C235531D9603}" type="presParOf" srcId="{D8FACE98-E2A5-4486-BD49-E5F8C7FA73E8}" destId="{28E4811C-985B-402F-95F0-E7D2D69C1786}" srcOrd="2" destOrd="0" presId="urn:microsoft.com/office/officeart/2018/2/layout/IconLabelList"/>
    <dgm:cxn modelId="{DBC5F977-D67C-4214-9A04-953A98B8017F}" type="presParOf" srcId="{28E4811C-985B-402F-95F0-E7D2D69C1786}" destId="{DE6ADFAE-5EE0-4EEC-88E7-3BC1162E5BB3}" srcOrd="0" destOrd="0" presId="urn:microsoft.com/office/officeart/2018/2/layout/IconLabelList"/>
    <dgm:cxn modelId="{285FDB7E-210B-439D-BE64-D04B4B362F42}" type="presParOf" srcId="{28E4811C-985B-402F-95F0-E7D2D69C1786}" destId="{AC13B8AC-4981-4FBF-A7C1-3D97023E76A8}" srcOrd="1" destOrd="0" presId="urn:microsoft.com/office/officeart/2018/2/layout/IconLabelList"/>
    <dgm:cxn modelId="{A694FCC9-25BA-40BC-B9BE-4B186D3F97F7}" type="presParOf" srcId="{28E4811C-985B-402F-95F0-E7D2D69C1786}" destId="{D95A7EDF-43DC-4050-9D65-91C5EAD3F15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B1D805-1A6A-419E-82CC-AB396C34C20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38A0F1D-A97B-4072-A99A-615E803C9011}">
      <dgm:prSet/>
      <dgm:spPr/>
      <dgm:t>
        <a:bodyPr/>
        <a:lstStyle/>
        <a:p>
          <a:r>
            <a:rPr lang="en-US"/>
            <a:t>Builds websites and web applications.</a:t>
          </a:r>
        </a:p>
      </dgm:t>
    </dgm:pt>
    <dgm:pt modelId="{B546AD5B-E74C-49D8-870B-8C22CE9748A0}" type="parTrans" cxnId="{28FA454A-61EE-41B5-85F1-414946827C57}">
      <dgm:prSet/>
      <dgm:spPr/>
      <dgm:t>
        <a:bodyPr/>
        <a:lstStyle/>
        <a:p>
          <a:endParaRPr lang="en-US"/>
        </a:p>
      </dgm:t>
    </dgm:pt>
    <dgm:pt modelId="{355DF83D-B25B-42F7-8F79-05F841461F3F}" type="sibTrans" cxnId="{28FA454A-61EE-41B5-85F1-414946827C57}">
      <dgm:prSet/>
      <dgm:spPr/>
      <dgm:t>
        <a:bodyPr/>
        <a:lstStyle/>
        <a:p>
          <a:endParaRPr lang="en-US"/>
        </a:p>
      </dgm:t>
    </dgm:pt>
    <dgm:pt modelId="{4E10646C-66A9-4950-A1C7-161C9E13026E}">
      <dgm:prSet/>
      <dgm:spPr/>
      <dgm:t>
        <a:bodyPr/>
        <a:lstStyle/>
        <a:p>
          <a:r>
            <a:rPr lang="en-US"/>
            <a:t>Uses HTML, CSS, JavaScript, React, Node.js.</a:t>
          </a:r>
        </a:p>
      </dgm:t>
    </dgm:pt>
    <dgm:pt modelId="{54DE7B4A-A391-46E6-8D6E-88EDCAC40298}" type="parTrans" cxnId="{85924E20-075B-426E-B368-3A4F3F5A1B33}">
      <dgm:prSet/>
      <dgm:spPr/>
      <dgm:t>
        <a:bodyPr/>
        <a:lstStyle/>
        <a:p>
          <a:endParaRPr lang="en-US"/>
        </a:p>
      </dgm:t>
    </dgm:pt>
    <dgm:pt modelId="{AF129696-5357-4017-BF47-904BBFB6A753}" type="sibTrans" cxnId="{85924E20-075B-426E-B368-3A4F3F5A1B33}">
      <dgm:prSet/>
      <dgm:spPr/>
      <dgm:t>
        <a:bodyPr/>
        <a:lstStyle/>
        <a:p>
          <a:endParaRPr lang="en-US"/>
        </a:p>
      </dgm:t>
    </dgm:pt>
    <dgm:pt modelId="{DCDE0794-274A-4B25-AAB1-D82FF1A82F49}">
      <dgm:prSet/>
      <dgm:spPr/>
      <dgm:t>
        <a:bodyPr/>
        <a:lstStyle/>
        <a:p>
          <a:r>
            <a:rPr lang="en-US" b="1"/>
            <a:t>Examples:</a:t>
          </a:r>
          <a:r>
            <a:rPr lang="en-US"/>
            <a:t> E-commerce sites, company websites</a:t>
          </a:r>
          <a:br>
            <a:rPr lang="en-US"/>
          </a:br>
          <a:r>
            <a:rPr lang="en-US"/>
            <a:t> </a:t>
          </a:r>
          <a:r>
            <a:rPr lang="en-US" b="1"/>
            <a:t>Careers:</a:t>
          </a:r>
          <a:r>
            <a:rPr lang="en-US"/>
            <a:t> Frontend, Backend, Full-Stack Developer</a:t>
          </a:r>
        </a:p>
      </dgm:t>
    </dgm:pt>
    <dgm:pt modelId="{86B5376D-7713-4805-BAB8-13F5E397AAAF}" type="parTrans" cxnId="{F4BE0A62-CAD5-4DA6-AA6D-89CC3B1944E0}">
      <dgm:prSet/>
      <dgm:spPr/>
      <dgm:t>
        <a:bodyPr/>
        <a:lstStyle/>
        <a:p>
          <a:endParaRPr lang="en-US"/>
        </a:p>
      </dgm:t>
    </dgm:pt>
    <dgm:pt modelId="{03F5A36D-80BA-4676-94D4-8F6550F6E6CB}" type="sibTrans" cxnId="{F4BE0A62-CAD5-4DA6-AA6D-89CC3B1944E0}">
      <dgm:prSet/>
      <dgm:spPr/>
      <dgm:t>
        <a:bodyPr/>
        <a:lstStyle/>
        <a:p>
          <a:endParaRPr lang="en-US"/>
        </a:p>
      </dgm:t>
    </dgm:pt>
    <dgm:pt modelId="{5EBBB948-2DF4-4DEB-9206-2F23EF3CED9B}" type="pres">
      <dgm:prSet presAssocID="{94B1D805-1A6A-419E-82CC-AB396C34C20D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C459AEA9-7B95-4BE6-92C9-648000DCD289}" type="pres">
      <dgm:prSet presAssocID="{F38A0F1D-A97B-4072-A99A-615E803C9011}" presName="compNode" presStyleCnt="0"/>
      <dgm:spPr/>
    </dgm:pt>
    <dgm:pt modelId="{7884AA95-5FE0-4165-A1FA-8FC931A258B6}" type="pres">
      <dgm:prSet presAssocID="{F38A0F1D-A97B-4072-A99A-615E803C901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5B89F65-4CCC-41A5-AC74-B46218B5F4D3}" type="pres">
      <dgm:prSet presAssocID="{F38A0F1D-A97B-4072-A99A-615E803C9011}" presName="spaceRect" presStyleCnt="0"/>
      <dgm:spPr/>
    </dgm:pt>
    <dgm:pt modelId="{47AA1B87-8F2A-4F00-9596-134C0C508B6E}" type="pres">
      <dgm:prSet presAssocID="{F38A0F1D-A97B-4072-A99A-615E803C9011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AC566573-E7D2-4B58-AE15-9BA3C01FA383}" type="pres">
      <dgm:prSet presAssocID="{355DF83D-B25B-42F7-8F79-05F841461F3F}" presName="sibTrans" presStyleCnt="0"/>
      <dgm:spPr/>
    </dgm:pt>
    <dgm:pt modelId="{83C6DE85-96F6-4179-8399-961723D04AF4}" type="pres">
      <dgm:prSet presAssocID="{4E10646C-66A9-4950-A1C7-161C9E13026E}" presName="compNode" presStyleCnt="0"/>
      <dgm:spPr/>
    </dgm:pt>
    <dgm:pt modelId="{BF8E5302-8A3A-4EEF-ACB1-067EFFAB9FEC}" type="pres">
      <dgm:prSet presAssocID="{4E10646C-66A9-4950-A1C7-161C9E13026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EBAA6D0F-2C16-4031-AC54-E2F8326E6C22}" type="pres">
      <dgm:prSet presAssocID="{4E10646C-66A9-4950-A1C7-161C9E13026E}" presName="spaceRect" presStyleCnt="0"/>
      <dgm:spPr/>
    </dgm:pt>
    <dgm:pt modelId="{B1AFCA42-F81B-4BD5-BB10-560C386D6D12}" type="pres">
      <dgm:prSet presAssocID="{4E10646C-66A9-4950-A1C7-161C9E13026E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5BCF061C-2613-44C4-A14E-9956B4977692}" type="pres">
      <dgm:prSet presAssocID="{AF129696-5357-4017-BF47-904BBFB6A753}" presName="sibTrans" presStyleCnt="0"/>
      <dgm:spPr/>
    </dgm:pt>
    <dgm:pt modelId="{77038E7C-886C-42E6-94C5-613107BDE8B5}" type="pres">
      <dgm:prSet presAssocID="{DCDE0794-274A-4B25-AAB1-D82FF1A82F49}" presName="compNode" presStyleCnt="0"/>
      <dgm:spPr/>
    </dgm:pt>
    <dgm:pt modelId="{0280912A-C227-46FA-9103-E343B1702EEB}" type="pres">
      <dgm:prSet presAssocID="{DCDE0794-274A-4B25-AAB1-D82FF1A82F4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0CFF980E-39CD-4631-B9E9-8C99B448021B}" type="pres">
      <dgm:prSet presAssocID="{DCDE0794-274A-4B25-AAB1-D82FF1A82F49}" presName="spaceRect" presStyleCnt="0"/>
      <dgm:spPr/>
    </dgm:pt>
    <dgm:pt modelId="{E3F7DC72-0373-4A3F-AEF4-55BB07426D9E}" type="pres">
      <dgm:prSet presAssocID="{DCDE0794-274A-4B25-AAB1-D82FF1A82F49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F4BE0A62-CAD5-4DA6-AA6D-89CC3B1944E0}" srcId="{94B1D805-1A6A-419E-82CC-AB396C34C20D}" destId="{DCDE0794-274A-4B25-AAB1-D82FF1A82F49}" srcOrd="2" destOrd="0" parTransId="{86B5376D-7713-4805-BAB8-13F5E397AAAF}" sibTransId="{03F5A36D-80BA-4676-94D4-8F6550F6E6CB}"/>
    <dgm:cxn modelId="{28FA454A-61EE-41B5-85F1-414946827C57}" srcId="{94B1D805-1A6A-419E-82CC-AB396C34C20D}" destId="{F38A0F1D-A97B-4072-A99A-615E803C9011}" srcOrd="0" destOrd="0" parTransId="{B546AD5B-E74C-49D8-870B-8C22CE9748A0}" sibTransId="{355DF83D-B25B-42F7-8F79-05F841461F3F}"/>
    <dgm:cxn modelId="{175F271B-A317-4C40-8879-EC0FBE6A446C}" type="presOf" srcId="{F38A0F1D-A97B-4072-A99A-615E803C9011}" destId="{47AA1B87-8F2A-4F00-9596-134C0C508B6E}" srcOrd="0" destOrd="0" presId="urn:microsoft.com/office/officeart/2018/2/layout/IconLabelList"/>
    <dgm:cxn modelId="{D740FA09-735A-423C-9741-C8007547283A}" type="presOf" srcId="{4E10646C-66A9-4950-A1C7-161C9E13026E}" destId="{B1AFCA42-F81B-4BD5-BB10-560C386D6D12}" srcOrd="0" destOrd="0" presId="urn:microsoft.com/office/officeart/2018/2/layout/IconLabelList"/>
    <dgm:cxn modelId="{F65CD1A0-4079-44A3-9347-680D2F3FDDB0}" type="presOf" srcId="{94B1D805-1A6A-419E-82CC-AB396C34C20D}" destId="{5EBBB948-2DF4-4DEB-9206-2F23EF3CED9B}" srcOrd="0" destOrd="0" presId="urn:microsoft.com/office/officeart/2018/2/layout/IconLabelList"/>
    <dgm:cxn modelId="{85924E20-075B-426E-B368-3A4F3F5A1B33}" srcId="{94B1D805-1A6A-419E-82CC-AB396C34C20D}" destId="{4E10646C-66A9-4950-A1C7-161C9E13026E}" srcOrd="1" destOrd="0" parTransId="{54DE7B4A-A391-46E6-8D6E-88EDCAC40298}" sibTransId="{AF129696-5357-4017-BF47-904BBFB6A753}"/>
    <dgm:cxn modelId="{9870BE48-586C-46C0-898C-514277BA46C1}" type="presOf" srcId="{DCDE0794-274A-4B25-AAB1-D82FF1A82F49}" destId="{E3F7DC72-0373-4A3F-AEF4-55BB07426D9E}" srcOrd="0" destOrd="0" presId="urn:microsoft.com/office/officeart/2018/2/layout/IconLabelList"/>
    <dgm:cxn modelId="{0BE199F5-7AB3-4ECD-B43A-2D08895BE62F}" type="presParOf" srcId="{5EBBB948-2DF4-4DEB-9206-2F23EF3CED9B}" destId="{C459AEA9-7B95-4BE6-92C9-648000DCD289}" srcOrd="0" destOrd="0" presId="urn:microsoft.com/office/officeart/2018/2/layout/IconLabelList"/>
    <dgm:cxn modelId="{4070AC79-9470-438D-94D4-D3C83206DAA8}" type="presParOf" srcId="{C459AEA9-7B95-4BE6-92C9-648000DCD289}" destId="{7884AA95-5FE0-4165-A1FA-8FC931A258B6}" srcOrd="0" destOrd="0" presId="urn:microsoft.com/office/officeart/2018/2/layout/IconLabelList"/>
    <dgm:cxn modelId="{24FC3EE9-E6B0-4CE8-B1DA-E3D3703843C8}" type="presParOf" srcId="{C459AEA9-7B95-4BE6-92C9-648000DCD289}" destId="{45B89F65-4CCC-41A5-AC74-B46218B5F4D3}" srcOrd="1" destOrd="0" presId="urn:microsoft.com/office/officeart/2018/2/layout/IconLabelList"/>
    <dgm:cxn modelId="{6D406F6E-8448-41CE-99CB-87441405E049}" type="presParOf" srcId="{C459AEA9-7B95-4BE6-92C9-648000DCD289}" destId="{47AA1B87-8F2A-4F00-9596-134C0C508B6E}" srcOrd="2" destOrd="0" presId="urn:microsoft.com/office/officeart/2018/2/layout/IconLabelList"/>
    <dgm:cxn modelId="{19DAEFE1-98E7-48C3-9F94-D19C85D5C6D0}" type="presParOf" srcId="{5EBBB948-2DF4-4DEB-9206-2F23EF3CED9B}" destId="{AC566573-E7D2-4B58-AE15-9BA3C01FA383}" srcOrd="1" destOrd="0" presId="urn:microsoft.com/office/officeart/2018/2/layout/IconLabelList"/>
    <dgm:cxn modelId="{11AC9F96-81AD-44B6-9162-BCC0C5796BC5}" type="presParOf" srcId="{5EBBB948-2DF4-4DEB-9206-2F23EF3CED9B}" destId="{83C6DE85-96F6-4179-8399-961723D04AF4}" srcOrd="2" destOrd="0" presId="urn:microsoft.com/office/officeart/2018/2/layout/IconLabelList"/>
    <dgm:cxn modelId="{AA6CA333-659E-444A-A46E-F2D664F064FD}" type="presParOf" srcId="{83C6DE85-96F6-4179-8399-961723D04AF4}" destId="{BF8E5302-8A3A-4EEF-ACB1-067EFFAB9FEC}" srcOrd="0" destOrd="0" presId="urn:microsoft.com/office/officeart/2018/2/layout/IconLabelList"/>
    <dgm:cxn modelId="{ACA057AE-CA82-4E3E-B980-D545ED1CCC28}" type="presParOf" srcId="{83C6DE85-96F6-4179-8399-961723D04AF4}" destId="{EBAA6D0F-2C16-4031-AC54-E2F8326E6C22}" srcOrd="1" destOrd="0" presId="urn:microsoft.com/office/officeart/2018/2/layout/IconLabelList"/>
    <dgm:cxn modelId="{12EB969E-98B6-4E16-84CC-65AAD57E05CA}" type="presParOf" srcId="{83C6DE85-96F6-4179-8399-961723D04AF4}" destId="{B1AFCA42-F81B-4BD5-BB10-560C386D6D12}" srcOrd="2" destOrd="0" presId="urn:microsoft.com/office/officeart/2018/2/layout/IconLabelList"/>
    <dgm:cxn modelId="{38B4A299-F1A6-43E0-840A-453105861B91}" type="presParOf" srcId="{5EBBB948-2DF4-4DEB-9206-2F23EF3CED9B}" destId="{5BCF061C-2613-44C4-A14E-9956B4977692}" srcOrd="3" destOrd="0" presId="urn:microsoft.com/office/officeart/2018/2/layout/IconLabelList"/>
    <dgm:cxn modelId="{BAB89BB4-6642-46E0-B4F5-F7B657B0B50C}" type="presParOf" srcId="{5EBBB948-2DF4-4DEB-9206-2F23EF3CED9B}" destId="{77038E7C-886C-42E6-94C5-613107BDE8B5}" srcOrd="4" destOrd="0" presId="urn:microsoft.com/office/officeart/2018/2/layout/IconLabelList"/>
    <dgm:cxn modelId="{E0558F09-30DD-40B9-8C1C-94E392B5BDC8}" type="presParOf" srcId="{77038E7C-886C-42E6-94C5-613107BDE8B5}" destId="{0280912A-C227-46FA-9103-E343B1702EEB}" srcOrd="0" destOrd="0" presId="urn:microsoft.com/office/officeart/2018/2/layout/IconLabelList"/>
    <dgm:cxn modelId="{93E9DBE4-EEB1-41AB-B81C-E294779B8CEC}" type="presParOf" srcId="{77038E7C-886C-42E6-94C5-613107BDE8B5}" destId="{0CFF980E-39CD-4631-B9E9-8C99B448021B}" srcOrd="1" destOrd="0" presId="urn:microsoft.com/office/officeart/2018/2/layout/IconLabelList"/>
    <dgm:cxn modelId="{C45564BC-EEF2-412C-9A9F-310F2B03C6CA}" type="presParOf" srcId="{77038E7C-886C-42E6-94C5-613107BDE8B5}" destId="{E3F7DC72-0373-4A3F-AEF4-55BB07426D9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61625C-84CE-4DBF-993A-E081D25E817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6924009-785D-4898-8DDE-F82CD8140812}">
      <dgm:prSet/>
      <dgm:spPr/>
      <dgm:t>
        <a:bodyPr/>
        <a:lstStyle/>
        <a:p>
          <a:r>
            <a:rPr lang="en-US"/>
            <a:t>Develops apps for Android and iOS.</a:t>
          </a:r>
        </a:p>
      </dgm:t>
    </dgm:pt>
    <dgm:pt modelId="{75A485B4-6675-4293-9968-75EBE08B6F01}" type="parTrans" cxnId="{40D04284-7BB9-4DD4-8129-BD924707F030}">
      <dgm:prSet/>
      <dgm:spPr/>
      <dgm:t>
        <a:bodyPr/>
        <a:lstStyle/>
        <a:p>
          <a:endParaRPr lang="en-US"/>
        </a:p>
      </dgm:t>
    </dgm:pt>
    <dgm:pt modelId="{BBDF5056-FBF3-4939-A619-0AD3F087AB4B}" type="sibTrans" cxnId="{40D04284-7BB9-4DD4-8129-BD924707F030}">
      <dgm:prSet/>
      <dgm:spPr/>
      <dgm:t>
        <a:bodyPr/>
        <a:lstStyle/>
        <a:p>
          <a:endParaRPr lang="en-US"/>
        </a:p>
      </dgm:t>
    </dgm:pt>
    <dgm:pt modelId="{5E878AE0-C749-46ED-9604-6CC6320BAC6F}">
      <dgm:prSet/>
      <dgm:spPr/>
      <dgm:t>
        <a:bodyPr/>
        <a:lstStyle/>
        <a:p>
          <a:r>
            <a:rPr lang="en-US"/>
            <a:t>Uses Java, Kotlin, Flutter, React Native.</a:t>
          </a:r>
        </a:p>
      </dgm:t>
    </dgm:pt>
    <dgm:pt modelId="{FA149475-70DA-4823-BD1B-3791CAE68505}" type="parTrans" cxnId="{EEBFDF43-4C91-4B88-865C-6B7895DD9BE5}">
      <dgm:prSet/>
      <dgm:spPr/>
      <dgm:t>
        <a:bodyPr/>
        <a:lstStyle/>
        <a:p>
          <a:endParaRPr lang="en-US"/>
        </a:p>
      </dgm:t>
    </dgm:pt>
    <dgm:pt modelId="{300E6FBA-32D9-4675-A51F-DA490507CAE9}" type="sibTrans" cxnId="{EEBFDF43-4C91-4B88-865C-6B7895DD9BE5}">
      <dgm:prSet/>
      <dgm:spPr/>
      <dgm:t>
        <a:bodyPr/>
        <a:lstStyle/>
        <a:p>
          <a:endParaRPr lang="en-US"/>
        </a:p>
      </dgm:t>
    </dgm:pt>
    <dgm:pt modelId="{C6ECD752-0279-4715-BA02-5E6652E87AD6}">
      <dgm:prSet/>
      <dgm:spPr/>
      <dgm:t>
        <a:bodyPr/>
        <a:lstStyle/>
        <a:p>
          <a:r>
            <a:rPr lang="en-US" b="1"/>
            <a:t>Examples:</a:t>
          </a:r>
          <a:r>
            <a:rPr lang="en-US"/>
            <a:t> Banking apps, food delivery apps</a:t>
          </a:r>
          <a:br>
            <a:rPr lang="en-US"/>
          </a:br>
          <a:r>
            <a:rPr lang="en-US"/>
            <a:t> </a:t>
          </a:r>
          <a:r>
            <a:rPr lang="en-US" b="1"/>
            <a:t>Careers:</a:t>
          </a:r>
          <a:r>
            <a:rPr lang="en-US"/>
            <a:t> Android / iOS / Flutter Developer</a:t>
          </a:r>
        </a:p>
      </dgm:t>
    </dgm:pt>
    <dgm:pt modelId="{89B130AA-C453-4385-B68B-F786A85D8226}" type="parTrans" cxnId="{D73BF9E3-2EA7-4B1C-94CD-792FC0B375D9}">
      <dgm:prSet/>
      <dgm:spPr/>
      <dgm:t>
        <a:bodyPr/>
        <a:lstStyle/>
        <a:p>
          <a:endParaRPr lang="en-US"/>
        </a:p>
      </dgm:t>
    </dgm:pt>
    <dgm:pt modelId="{CBCB4A5A-45D0-403C-BD44-20ACA23A4AD5}" type="sibTrans" cxnId="{D73BF9E3-2EA7-4B1C-94CD-792FC0B375D9}">
      <dgm:prSet/>
      <dgm:spPr/>
      <dgm:t>
        <a:bodyPr/>
        <a:lstStyle/>
        <a:p>
          <a:endParaRPr lang="en-US"/>
        </a:p>
      </dgm:t>
    </dgm:pt>
    <dgm:pt modelId="{E6DC38D8-3D54-401B-BEA2-65D4B2E78DD9}" type="pres">
      <dgm:prSet presAssocID="{1B61625C-84CE-4DBF-993A-E081D25E8170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F3CB5C2A-0ADD-4839-A42A-FF479E75965C}" type="pres">
      <dgm:prSet presAssocID="{56924009-785D-4898-8DDE-F82CD8140812}" presName="compNode" presStyleCnt="0"/>
      <dgm:spPr/>
    </dgm:pt>
    <dgm:pt modelId="{6C51A3D7-A0D2-4D0D-973F-6ECE660F73D5}" type="pres">
      <dgm:prSet presAssocID="{56924009-785D-4898-8DDE-F82CD814081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AA7AB371-9B38-4BDA-B34A-9402A9D7F30C}" type="pres">
      <dgm:prSet presAssocID="{56924009-785D-4898-8DDE-F82CD8140812}" presName="spaceRect" presStyleCnt="0"/>
      <dgm:spPr/>
    </dgm:pt>
    <dgm:pt modelId="{7F990387-27AA-4A02-BAD2-9826EDAD8F39}" type="pres">
      <dgm:prSet presAssocID="{56924009-785D-4898-8DDE-F82CD8140812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3F8899A6-A65D-4CF5-9F71-8C9C1E6EC26B}" type="pres">
      <dgm:prSet presAssocID="{BBDF5056-FBF3-4939-A619-0AD3F087AB4B}" presName="sibTrans" presStyleCnt="0"/>
      <dgm:spPr/>
    </dgm:pt>
    <dgm:pt modelId="{7A45D75E-E24D-410C-9568-0EC44415E978}" type="pres">
      <dgm:prSet presAssocID="{5E878AE0-C749-46ED-9604-6CC6320BAC6F}" presName="compNode" presStyleCnt="0"/>
      <dgm:spPr/>
    </dgm:pt>
    <dgm:pt modelId="{542648E6-2181-4CA2-8D2A-16073E6D73D5}" type="pres">
      <dgm:prSet presAssocID="{5E878AE0-C749-46ED-9604-6CC6320BAC6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se"/>
        </a:ext>
      </dgm:extLst>
    </dgm:pt>
    <dgm:pt modelId="{E8C86C79-BED2-4420-ADCA-F3D82218B83D}" type="pres">
      <dgm:prSet presAssocID="{5E878AE0-C749-46ED-9604-6CC6320BAC6F}" presName="spaceRect" presStyleCnt="0"/>
      <dgm:spPr/>
    </dgm:pt>
    <dgm:pt modelId="{C09718CD-0142-44F4-A08B-7D9A8BD2196F}" type="pres">
      <dgm:prSet presAssocID="{5E878AE0-C749-46ED-9604-6CC6320BAC6F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B245932E-70D9-4326-B48C-DBE2B343EDCD}" type="pres">
      <dgm:prSet presAssocID="{300E6FBA-32D9-4675-A51F-DA490507CAE9}" presName="sibTrans" presStyleCnt="0"/>
      <dgm:spPr/>
    </dgm:pt>
    <dgm:pt modelId="{97F99430-27DA-416A-880A-9A80FB072CB9}" type="pres">
      <dgm:prSet presAssocID="{C6ECD752-0279-4715-BA02-5E6652E87AD6}" presName="compNode" presStyleCnt="0"/>
      <dgm:spPr/>
    </dgm:pt>
    <dgm:pt modelId="{6D871AED-2956-4545-9B5B-3F65EFBEED73}" type="pres">
      <dgm:prSet presAssocID="{C6ECD752-0279-4715-BA02-5E6652E87AD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"/>
        </a:ext>
      </dgm:extLst>
    </dgm:pt>
    <dgm:pt modelId="{CD8D8725-F851-4221-AC23-688821C268AE}" type="pres">
      <dgm:prSet presAssocID="{C6ECD752-0279-4715-BA02-5E6652E87AD6}" presName="spaceRect" presStyleCnt="0"/>
      <dgm:spPr/>
    </dgm:pt>
    <dgm:pt modelId="{F98369FC-3C81-47DF-BC38-475CDC427A28}" type="pres">
      <dgm:prSet presAssocID="{C6ECD752-0279-4715-BA02-5E6652E87AD6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D73BF9E3-2EA7-4B1C-94CD-792FC0B375D9}" srcId="{1B61625C-84CE-4DBF-993A-E081D25E8170}" destId="{C6ECD752-0279-4715-BA02-5E6652E87AD6}" srcOrd="2" destOrd="0" parTransId="{89B130AA-C453-4385-B68B-F786A85D8226}" sibTransId="{CBCB4A5A-45D0-403C-BD44-20ACA23A4AD5}"/>
    <dgm:cxn modelId="{40D04284-7BB9-4DD4-8129-BD924707F030}" srcId="{1B61625C-84CE-4DBF-993A-E081D25E8170}" destId="{56924009-785D-4898-8DDE-F82CD8140812}" srcOrd="0" destOrd="0" parTransId="{75A485B4-6675-4293-9968-75EBE08B6F01}" sibTransId="{BBDF5056-FBF3-4939-A619-0AD3F087AB4B}"/>
    <dgm:cxn modelId="{F0980BEF-8F7A-40BD-8B7C-540C04AEFC90}" type="presOf" srcId="{C6ECD752-0279-4715-BA02-5E6652E87AD6}" destId="{F98369FC-3C81-47DF-BC38-475CDC427A28}" srcOrd="0" destOrd="0" presId="urn:microsoft.com/office/officeart/2018/2/layout/IconLabelList"/>
    <dgm:cxn modelId="{EEBFDF43-4C91-4B88-865C-6B7895DD9BE5}" srcId="{1B61625C-84CE-4DBF-993A-E081D25E8170}" destId="{5E878AE0-C749-46ED-9604-6CC6320BAC6F}" srcOrd="1" destOrd="0" parTransId="{FA149475-70DA-4823-BD1B-3791CAE68505}" sibTransId="{300E6FBA-32D9-4675-A51F-DA490507CAE9}"/>
    <dgm:cxn modelId="{2A4A243D-8CB2-451F-B99E-22336294F0C5}" type="presOf" srcId="{5E878AE0-C749-46ED-9604-6CC6320BAC6F}" destId="{C09718CD-0142-44F4-A08B-7D9A8BD2196F}" srcOrd="0" destOrd="0" presId="urn:microsoft.com/office/officeart/2018/2/layout/IconLabelList"/>
    <dgm:cxn modelId="{717F8CC7-56AA-4DDC-B4E4-0104708C1DA9}" type="presOf" srcId="{1B61625C-84CE-4DBF-993A-E081D25E8170}" destId="{E6DC38D8-3D54-401B-BEA2-65D4B2E78DD9}" srcOrd="0" destOrd="0" presId="urn:microsoft.com/office/officeart/2018/2/layout/IconLabelList"/>
    <dgm:cxn modelId="{B681111A-F917-4501-9679-4FFD25D9B2BF}" type="presOf" srcId="{56924009-785D-4898-8DDE-F82CD8140812}" destId="{7F990387-27AA-4A02-BAD2-9826EDAD8F39}" srcOrd="0" destOrd="0" presId="urn:microsoft.com/office/officeart/2018/2/layout/IconLabelList"/>
    <dgm:cxn modelId="{4F5B3231-8875-4A7A-B05A-198E240277A9}" type="presParOf" srcId="{E6DC38D8-3D54-401B-BEA2-65D4B2E78DD9}" destId="{F3CB5C2A-0ADD-4839-A42A-FF479E75965C}" srcOrd="0" destOrd="0" presId="urn:microsoft.com/office/officeart/2018/2/layout/IconLabelList"/>
    <dgm:cxn modelId="{650D68F1-354B-4318-A1CF-47F04B5CAE73}" type="presParOf" srcId="{F3CB5C2A-0ADD-4839-A42A-FF479E75965C}" destId="{6C51A3D7-A0D2-4D0D-973F-6ECE660F73D5}" srcOrd="0" destOrd="0" presId="urn:microsoft.com/office/officeart/2018/2/layout/IconLabelList"/>
    <dgm:cxn modelId="{5BC2BE2D-FB62-4B08-BCFD-473CB39F023E}" type="presParOf" srcId="{F3CB5C2A-0ADD-4839-A42A-FF479E75965C}" destId="{AA7AB371-9B38-4BDA-B34A-9402A9D7F30C}" srcOrd="1" destOrd="0" presId="urn:microsoft.com/office/officeart/2018/2/layout/IconLabelList"/>
    <dgm:cxn modelId="{7E0738FB-2840-47E4-91E5-3C7BD2969857}" type="presParOf" srcId="{F3CB5C2A-0ADD-4839-A42A-FF479E75965C}" destId="{7F990387-27AA-4A02-BAD2-9826EDAD8F39}" srcOrd="2" destOrd="0" presId="urn:microsoft.com/office/officeart/2018/2/layout/IconLabelList"/>
    <dgm:cxn modelId="{26C2F3BD-074B-4C4D-801F-8E48040E5117}" type="presParOf" srcId="{E6DC38D8-3D54-401B-BEA2-65D4B2E78DD9}" destId="{3F8899A6-A65D-4CF5-9F71-8C9C1E6EC26B}" srcOrd="1" destOrd="0" presId="urn:microsoft.com/office/officeart/2018/2/layout/IconLabelList"/>
    <dgm:cxn modelId="{17C36153-1B47-49BA-88ED-C463FD065775}" type="presParOf" srcId="{E6DC38D8-3D54-401B-BEA2-65D4B2E78DD9}" destId="{7A45D75E-E24D-410C-9568-0EC44415E978}" srcOrd="2" destOrd="0" presId="urn:microsoft.com/office/officeart/2018/2/layout/IconLabelList"/>
    <dgm:cxn modelId="{CEEB22B1-9D77-428C-A736-4DE9D5DF20DE}" type="presParOf" srcId="{7A45D75E-E24D-410C-9568-0EC44415E978}" destId="{542648E6-2181-4CA2-8D2A-16073E6D73D5}" srcOrd="0" destOrd="0" presId="urn:microsoft.com/office/officeart/2018/2/layout/IconLabelList"/>
    <dgm:cxn modelId="{AE713003-4512-4CD5-908C-05DBAC4D754D}" type="presParOf" srcId="{7A45D75E-E24D-410C-9568-0EC44415E978}" destId="{E8C86C79-BED2-4420-ADCA-F3D82218B83D}" srcOrd="1" destOrd="0" presId="urn:microsoft.com/office/officeart/2018/2/layout/IconLabelList"/>
    <dgm:cxn modelId="{19695106-1FA3-4011-A917-FA7D5C22127B}" type="presParOf" srcId="{7A45D75E-E24D-410C-9568-0EC44415E978}" destId="{C09718CD-0142-44F4-A08B-7D9A8BD2196F}" srcOrd="2" destOrd="0" presId="urn:microsoft.com/office/officeart/2018/2/layout/IconLabelList"/>
    <dgm:cxn modelId="{3A01A2FE-0E91-4ADF-A3F2-DFD83CE72280}" type="presParOf" srcId="{E6DC38D8-3D54-401B-BEA2-65D4B2E78DD9}" destId="{B245932E-70D9-4326-B48C-DBE2B343EDCD}" srcOrd="3" destOrd="0" presId="urn:microsoft.com/office/officeart/2018/2/layout/IconLabelList"/>
    <dgm:cxn modelId="{A6F0E68A-A59E-47B8-9110-B78007D70D56}" type="presParOf" srcId="{E6DC38D8-3D54-401B-BEA2-65D4B2E78DD9}" destId="{97F99430-27DA-416A-880A-9A80FB072CB9}" srcOrd="4" destOrd="0" presId="urn:microsoft.com/office/officeart/2018/2/layout/IconLabelList"/>
    <dgm:cxn modelId="{8B780C18-D72E-4154-9A83-93842E4DFF9C}" type="presParOf" srcId="{97F99430-27DA-416A-880A-9A80FB072CB9}" destId="{6D871AED-2956-4545-9B5B-3F65EFBEED73}" srcOrd="0" destOrd="0" presId="urn:microsoft.com/office/officeart/2018/2/layout/IconLabelList"/>
    <dgm:cxn modelId="{D65A97F3-E14E-478B-93F5-2A61BD90EC29}" type="presParOf" srcId="{97F99430-27DA-416A-880A-9A80FB072CB9}" destId="{CD8D8725-F851-4221-AC23-688821C268AE}" srcOrd="1" destOrd="0" presId="urn:microsoft.com/office/officeart/2018/2/layout/IconLabelList"/>
    <dgm:cxn modelId="{01526504-0D4A-4750-B703-6A92B4150BA6}" type="presParOf" srcId="{97F99430-27DA-416A-880A-9A80FB072CB9}" destId="{F98369FC-3C81-47DF-BC38-475CDC427A2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0ADE6A9-F474-4C39-B8C9-CAA3C8FB804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62D5484-BC8D-4682-95A1-7EEAEDBD1EFA}">
      <dgm:prSet/>
      <dgm:spPr/>
      <dgm:t>
        <a:bodyPr/>
        <a:lstStyle/>
        <a:p>
          <a:r>
            <a:rPr lang="en-US"/>
            <a:t>Manages applications and data on the cloud.</a:t>
          </a:r>
        </a:p>
      </dgm:t>
    </dgm:pt>
    <dgm:pt modelId="{55F33FB3-BBDD-4ECB-AB42-A8B21DFFEFC2}" type="parTrans" cxnId="{014E6A93-2D7A-41DB-ACEC-F159F92F8358}">
      <dgm:prSet/>
      <dgm:spPr/>
      <dgm:t>
        <a:bodyPr/>
        <a:lstStyle/>
        <a:p>
          <a:endParaRPr lang="en-US"/>
        </a:p>
      </dgm:t>
    </dgm:pt>
    <dgm:pt modelId="{A7C0D0B9-1D58-44DE-B9E9-EFF9BBDA56C7}" type="sibTrans" cxnId="{014E6A93-2D7A-41DB-ACEC-F159F92F8358}">
      <dgm:prSet/>
      <dgm:spPr/>
      <dgm:t>
        <a:bodyPr/>
        <a:lstStyle/>
        <a:p>
          <a:endParaRPr lang="en-US"/>
        </a:p>
      </dgm:t>
    </dgm:pt>
    <dgm:pt modelId="{AF85E77B-BFE1-4BB2-8A75-23797AD11DDF}">
      <dgm:prSet/>
      <dgm:spPr/>
      <dgm:t>
        <a:bodyPr/>
        <a:lstStyle/>
        <a:p>
          <a:r>
            <a:rPr lang="en-US"/>
            <a:t>Uses AWS, Azure, Google Cloud.</a:t>
          </a:r>
        </a:p>
      </dgm:t>
    </dgm:pt>
    <dgm:pt modelId="{05F6666F-DDD0-4215-B4F3-E2C692F946EE}" type="parTrans" cxnId="{BBBEABA7-767D-4378-873D-C82373C64B68}">
      <dgm:prSet/>
      <dgm:spPr/>
      <dgm:t>
        <a:bodyPr/>
        <a:lstStyle/>
        <a:p>
          <a:endParaRPr lang="en-US"/>
        </a:p>
      </dgm:t>
    </dgm:pt>
    <dgm:pt modelId="{F4EA6DDF-DF4C-41F0-8E98-74FB193190F9}" type="sibTrans" cxnId="{BBBEABA7-767D-4378-873D-C82373C64B68}">
      <dgm:prSet/>
      <dgm:spPr/>
      <dgm:t>
        <a:bodyPr/>
        <a:lstStyle/>
        <a:p>
          <a:endParaRPr lang="en-US"/>
        </a:p>
      </dgm:t>
    </dgm:pt>
    <dgm:pt modelId="{6A7F9449-AB51-4F19-A624-4D1C63C377A8}">
      <dgm:prSet/>
      <dgm:spPr/>
      <dgm:t>
        <a:bodyPr/>
        <a:lstStyle/>
        <a:p>
          <a:r>
            <a:rPr lang="en-US" b="1"/>
            <a:t>Examples:</a:t>
          </a:r>
          <a:r>
            <a:rPr lang="en-US"/>
            <a:t> Cloud hosting, SaaS platforms</a:t>
          </a:r>
          <a:br>
            <a:rPr lang="en-US"/>
          </a:br>
          <a:r>
            <a:rPr lang="en-US"/>
            <a:t> </a:t>
          </a:r>
          <a:r>
            <a:rPr lang="en-US" b="1"/>
            <a:t>Careers:</a:t>
          </a:r>
          <a:r>
            <a:rPr lang="en-US"/>
            <a:t> Cloud Engineer, DevOps Engineer</a:t>
          </a:r>
        </a:p>
      </dgm:t>
    </dgm:pt>
    <dgm:pt modelId="{D603F86A-04AB-4A6F-A015-4A47398A9A8F}" type="parTrans" cxnId="{81C35519-6720-40D7-B2FF-D17C9863277B}">
      <dgm:prSet/>
      <dgm:spPr/>
      <dgm:t>
        <a:bodyPr/>
        <a:lstStyle/>
        <a:p>
          <a:endParaRPr lang="en-US"/>
        </a:p>
      </dgm:t>
    </dgm:pt>
    <dgm:pt modelId="{E9BA5B3E-5137-47FF-8051-493633F54E02}" type="sibTrans" cxnId="{81C35519-6720-40D7-B2FF-D17C9863277B}">
      <dgm:prSet/>
      <dgm:spPr/>
      <dgm:t>
        <a:bodyPr/>
        <a:lstStyle/>
        <a:p>
          <a:endParaRPr lang="en-US"/>
        </a:p>
      </dgm:t>
    </dgm:pt>
    <dgm:pt modelId="{60D532F6-E973-4F85-82EF-74F128549C80}" type="pres">
      <dgm:prSet presAssocID="{60ADE6A9-F474-4C39-B8C9-CAA3C8FB8049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960244BC-BB1B-4193-B6C3-4028A93F145B}" type="pres">
      <dgm:prSet presAssocID="{D62D5484-BC8D-4682-95A1-7EEAEDBD1EFA}" presName="compNode" presStyleCnt="0"/>
      <dgm:spPr/>
    </dgm:pt>
    <dgm:pt modelId="{37DD0E5A-85F6-4BB2-97A5-99EA1729A1E4}" type="pres">
      <dgm:prSet presAssocID="{D62D5484-BC8D-4682-95A1-7EEAEDBD1EF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80A27DB-8B32-4D57-9A6C-524346D01475}" type="pres">
      <dgm:prSet presAssocID="{D62D5484-BC8D-4682-95A1-7EEAEDBD1EFA}" presName="spaceRect" presStyleCnt="0"/>
      <dgm:spPr/>
    </dgm:pt>
    <dgm:pt modelId="{32D23389-C75D-4F5F-A616-02B50DF5C8CD}" type="pres">
      <dgm:prSet presAssocID="{D62D5484-BC8D-4682-95A1-7EEAEDBD1EFA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5A46F383-59C2-4518-8897-6801F3B04B7E}" type="pres">
      <dgm:prSet presAssocID="{A7C0D0B9-1D58-44DE-B9E9-EFF9BBDA56C7}" presName="sibTrans" presStyleCnt="0"/>
      <dgm:spPr/>
    </dgm:pt>
    <dgm:pt modelId="{D9DF61B8-119E-4923-9557-B55D33BB2D27}" type="pres">
      <dgm:prSet presAssocID="{AF85E77B-BFE1-4BB2-8A75-23797AD11DDF}" presName="compNode" presStyleCnt="0"/>
      <dgm:spPr/>
    </dgm:pt>
    <dgm:pt modelId="{371B0E34-ACE2-4A5A-8450-69C4B26773C2}" type="pres">
      <dgm:prSet presAssocID="{AF85E77B-BFE1-4BB2-8A75-23797AD11DD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38ABB822-07E8-4470-9E7B-10826F4F038D}" type="pres">
      <dgm:prSet presAssocID="{AF85E77B-BFE1-4BB2-8A75-23797AD11DDF}" presName="spaceRect" presStyleCnt="0"/>
      <dgm:spPr/>
    </dgm:pt>
    <dgm:pt modelId="{C0A81062-368D-49A4-8ACA-309F69D314C2}" type="pres">
      <dgm:prSet presAssocID="{AF85E77B-BFE1-4BB2-8A75-23797AD11DDF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50F7D997-ADAA-41EB-8440-EE95D8909E98}" type="pres">
      <dgm:prSet presAssocID="{F4EA6DDF-DF4C-41F0-8E98-74FB193190F9}" presName="sibTrans" presStyleCnt="0"/>
      <dgm:spPr/>
    </dgm:pt>
    <dgm:pt modelId="{69E6C57C-BE86-4DAF-BBC7-A63DB37800BD}" type="pres">
      <dgm:prSet presAssocID="{6A7F9449-AB51-4F19-A624-4D1C63C377A8}" presName="compNode" presStyleCnt="0"/>
      <dgm:spPr/>
    </dgm:pt>
    <dgm:pt modelId="{A741CC03-2D2E-4DD9-9AE3-DF9B100E4811}" type="pres">
      <dgm:prSet presAssocID="{6A7F9449-AB51-4F19-A624-4D1C63C377A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60E3EF7-DA02-4216-9652-A4DC49B93F21}" type="pres">
      <dgm:prSet presAssocID="{6A7F9449-AB51-4F19-A624-4D1C63C377A8}" presName="spaceRect" presStyleCnt="0"/>
      <dgm:spPr/>
    </dgm:pt>
    <dgm:pt modelId="{79A37B99-9F3A-49B1-A546-9E78A82244D1}" type="pres">
      <dgm:prSet presAssocID="{6A7F9449-AB51-4F19-A624-4D1C63C377A8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BBEFCCB4-85BE-4B0A-AC5A-8CA9876B95B6}" type="presOf" srcId="{AF85E77B-BFE1-4BB2-8A75-23797AD11DDF}" destId="{C0A81062-368D-49A4-8ACA-309F69D314C2}" srcOrd="0" destOrd="0" presId="urn:microsoft.com/office/officeart/2018/2/layout/IconLabelList"/>
    <dgm:cxn modelId="{BBBEABA7-767D-4378-873D-C82373C64B68}" srcId="{60ADE6A9-F474-4C39-B8C9-CAA3C8FB8049}" destId="{AF85E77B-BFE1-4BB2-8A75-23797AD11DDF}" srcOrd="1" destOrd="0" parTransId="{05F6666F-DDD0-4215-B4F3-E2C692F946EE}" sibTransId="{F4EA6DDF-DF4C-41F0-8E98-74FB193190F9}"/>
    <dgm:cxn modelId="{81C35519-6720-40D7-B2FF-D17C9863277B}" srcId="{60ADE6A9-F474-4C39-B8C9-CAA3C8FB8049}" destId="{6A7F9449-AB51-4F19-A624-4D1C63C377A8}" srcOrd="2" destOrd="0" parTransId="{D603F86A-04AB-4A6F-A015-4A47398A9A8F}" sibTransId="{E9BA5B3E-5137-47FF-8051-493633F54E02}"/>
    <dgm:cxn modelId="{A195E769-8748-42D9-83D7-A08EEE39EC73}" type="presOf" srcId="{6A7F9449-AB51-4F19-A624-4D1C63C377A8}" destId="{79A37B99-9F3A-49B1-A546-9E78A82244D1}" srcOrd="0" destOrd="0" presId="urn:microsoft.com/office/officeart/2018/2/layout/IconLabelList"/>
    <dgm:cxn modelId="{C992310B-1DA6-40A9-9203-C8D26E272CE8}" type="presOf" srcId="{60ADE6A9-F474-4C39-B8C9-CAA3C8FB8049}" destId="{60D532F6-E973-4F85-82EF-74F128549C80}" srcOrd="0" destOrd="0" presId="urn:microsoft.com/office/officeart/2018/2/layout/IconLabelList"/>
    <dgm:cxn modelId="{014E6A93-2D7A-41DB-ACEC-F159F92F8358}" srcId="{60ADE6A9-F474-4C39-B8C9-CAA3C8FB8049}" destId="{D62D5484-BC8D-4682-95A1-7EEAEDBD1EFA}" srcOrd="0" destOrd="0" parTransId="{55F33FB3-BBDD-4ECB-AB42-A8B21DFFEFC2}" sibTransId="{A7C0D0B9-1D58-44DE-B9E9-EFF9BBDA56C7}"/>
    <dgm:cxn modelId="{4BD6E8DA-C2A5-4696-8A38-0FEA686DDD68}" type="presOf" srcId="{D62D5484-BC8D-4682-95A1-7EEAEDBD1EFA}" destId="{32D23389-C75D-4F5F-A616-02B50DF5C8CD}" srcOrd="0" destOrd="0" presId="urn:microsoft.com/office/officeart/2018/2/layout/IconLabelList"/>
    <dgm:cxn modelId="{F3390E53-725B-48C3-955C-240AE303665B}" type="presParOf" srcId="{60D532F6-E973-4F85-82EF-74F128549C80}" destId="{960244BC-BB1B-4193-B6C3-4028A93F145B}" srcOrd="0" destOrd="0" presId="urn:microsoft.com/office/officeart/2018/2/layout/IconLabelList"/>
    <dgm:cxn modelId="{8513ACF2-5D90-488A-8A95-64846829487C}" type="presParOf" srcId="{960244BC-BB1B-4193-B6C3-4028A93F145B}" destId="{37DD0E5A-85F6-4BB2-97A5-99EA1729A1E4}" srcOrd="0" destOrd="0" presId="urn:microsoft.com/office/officeart/2018/2/layout/IconLabelList"/>
    <dgm:cxn modelId="{28EBA171-60C3-444B-B077-5C205CC2DAE0}" type="presParOf" srcId="{960244BC-BB1B-4193-B6C3-4028A93F145B}" destId="{680A27DB-8B32-4D57-9A6C-524346D01475}" srcOrd="1" destOrd="0" presId="urn:microsoft.com/office/officeart/2018/2/layout/IconLabelList"/>
    <dgm:cxn modelId="{6FEE97CF-59BA-45C4-87A6-66D80D35296C}" type="presParOf" srcId="{960244BC-BB1B-4193-B6C3-4028A93F145B}" destId="{32D23389-C75D-4F5F-A616-02B50DF5C8CD}" srcOrd="2" destOrd="0" presId="urn:microsoft.com/office/officeart/2018/2/layout/IconLabelList"/>
    <dgm:cxn modelId="{A200713A-1D6E-4F4E-A5E7-53F29A3F6683}" type="presParOf" srcId="{60D532F6-E973-4F85-82EF-74F128549C80}" destId="{5A46F383-59C2-4518-8897-6801F3B04B7E}" srcOrd="1" destOrd="0" presId="urn:microsoft.com/office/officeart/2018/2/layout/IconLabelList"/>
    <dgm:cxn modelId="{B21FB121-D4B6-430E-96AA-A94ACE42F319}" type="presParOf" srcId="{60D532F6-E973-4F85-82EF-74F128549C80}" destId="{D9DF61B8-119E-4923-9557-B55D33BB2D27}" srcOrd="2" destOrd="0" presId="urn:microsoft.com/office/officeart/2018/2/layout/IconLabelList"/>
    <dgm:cxn modelId="{E111E4CE-1778-4381-92D0-A738226FE892}" type="presParOf" srcId="{D9DF61B8-119E-4923-9557-B55D33BB2D27}" destId="{371B0E34-ACE2-4A5A-8450-69C4B26773C2}" srcOrd="0" destOrd="0" presId="urn:microsoft.com/office/officeart/2018/2/layout/IconLabelList"/>
    <dgm:cxn modelId="{2E3ACDDD-FCA9-4E2A-8197-5B75BA4131BB}" type="presParOf" srcId="{D9DF61B8-119E-4923-9557-B55D33BB2D27}" destId="{38ABB822-07E8-4470-9E7B-10826F4F038D}" srcOrd="1" destOrd="0" presId="urn:microsoft.com/office/officeart/2018/2/layout/IconLabelList"/>
    <dgm:cxn modelId="{AD5D812A-A29C-41EE-BC42-3512DCFD609A}" type="presParOf" srcId="{D9DF61B8-119E-4923-9557-B55D33BB2D27}" destId="{C0A81062-368D-49A4-8ACA-309F69D314C2}" srcOrd="2" destOrd="0" presId="urn:microsoft.com/office/officeart/2018/2/layout/IconLabelList"/>
    <dgm:cxn modelId="{B36048CF-FE5F-49B1-AC23-20460DA597C7}" type="presParOf" srcId="{60D532F6-E973-4F85-82EF-74F128549C80}" destId="{50F7D997-ADAA-41EB-8440-EE95D8909E98}" srcOrd="3" destOrd="0" presId="urn:microsoft.com/office/officeart/2018/2/layout/IconLabelList"/>
    <dgm:cxn modelId="{F5BDFD15-F737-4372-A3F5-194BEF0262FC}" type="presParOf" srcId="{60D532F6-E973-4F85-82EF-74F128549C80}" destId="{69E6C57C-BE86-4DAF-BBC7-A63DB37800BD}" srcOrd="4" destOrd="0" presId="urn:microsoft.com/office/officeart/2018/2/layout/IconLabelList"/>
    <dgm:cxn modelId="{878A18F8-BD19-4BA5-BE8E-81A0F240E60E}" type="presParOf" srcId="{69E6C57C-BE86-4DAF-BBC7-A63DB37800BD}" destId="{A741CC03-2D2E-4DD9-9AE3-DF9B100E4811}" srcOrd="0" destOrd="0" presId="urn:microsoft.com/office/officeart/2018/2/layout/IconLabelList"/>
    <dgm:cxn modelId="{57DB25A6-7208-4869-9170-9F01715BBC77}" type="presParOf" srcId="{69E6C57C-BE86-4DAF-BBC7-A63DB37800BD}" destId="{D60E3EF7-DA02-4216-9652-A4DC49B93F21}" srcOrd="1" destOrd="0" presId="urn:microsoft.com/office/officeart/2018/2/layout/IconLabelList"/>
    <dgm:cxn modelId="{B691064A-D071-4369-85CF-11065571D3E0}" type="presParOf" srcId="{69E6C57C-BE86-4DAF-BBC7-A63DB37800BD}" destId="{79A37B99-9F3A-49B1-A546-9E78A82244D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7896022-D245-4BCE-9D21-711361884C3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5FF2C41-A2C7-460D-A5CF-CED75757464B}">
      <dgm:prSet/>
      <dgm:spPr/>
      <dgm:t>
        <a:bodyPr/>
        <a:lstStyle/>
        <a:p>
          <a:r>
            <a:rPr lang="en-US"/>
            <a:t>Analyzes data to find insights.</a:t>
          </a:r>
        </a:p>
      </dgm:t>
    </dgm:pt>
    <dgm:pt modelId="{30ACC08D-B4A7-49B7-84A2-EBD7DCD022C9}" type="parTrans" cxnId="{C1F31297-53DF-4809-A9B2-B8D3690F30B9}">
      <dgm:prSet/>
      <dgm:spPr/>
      <dgm:t>
        <a:bodyPr/>
        <a:lstStyle/>
        <a:p>
          <a:endParaRPr lang="en-US"/>
        </a:p>
      </dgm:t>
    </dgm:pt>
    <dgm:pt modelId="{EEE0AE18-95BB-4097-B92B-5084BE9FF353}" type="sibTrans" cxnId="{C1F31297-53DF-4809-A9B2-B8D3690F30B9}">
      <dgm:prSet/>
      <dgm:spPr/>
      <dgm:t>
        <a:bodyPr/>
        <a:lstStyle/>
        <a:p>
          <a:endParaRPr lang="en-US"/>
        </a:p>
      </dgm:t>
    </dgm:pt>
    <dgm:pt modelId="{05A79BBE-C3AD-49DF-9615-4322EF4C3340}">
      <dgm:prSet/>
      <dgm:spPr/>
      <dgm:t>
        <a:bodyPr/>
        <a:lstStyle/>
        <a:p>
          <a:r>
            <a:rPr lang="en-US"/>
            <a:t>Uses Python, SQL, Power BI, Machine Learning.</a:t>
          </a:r>
        </a:p>
      </dgm:t>
    </dgm:pt>
    <dgm:pt modelId="{4B6A440E-86FB-4233-BB76-C35134B01365}" type="parTrans" cxnId="{F626E3EC-8817-4718-A776-B071DF41405B}">
      <dgm:prSet/>
      <dgm:spPr/>
      <dgm:t>
        <a:bodyPr/>
        <a:lstStyle/>
        <a:p>
          <a:endParaRPr lang="en-US"/>
        </a:p>
      </dgm:t>
    </dgm:pt>
    <dgm:pt modelId="{1D02AB49-17C3-4EF0-943E-9462597CC3C7}" type="sibTrans" cxnId="{F626E3EC-8817-4718-A776-B071DF41405B}">
      <dgm:prSet/>
      <dgm:spPr/>
      <dgm:t>
        <a:bodyPr/>
        <a:lstStyle/>
        <a:p>
          <a:endParaRPr lang="en-US"/>
        </a:p>
      </dgm:t>
    </dgm:pt>
    <dgm:pt modelId="{BBEA2D6D-27D9-4C08-B821-3B34EF388706}">
      <dgm:prSet/>
      <dgm:spPr/>
      <dgm:t>
        <a:bodyPr/>
        <a:lstStyle/>
        <a:p>
          <a:r>
            <a:rPr lang="en-US" b="1"/>
            <a:t>Examples:</a:t>
          </a:r>
          <a:r>
            <a:rPr lang="en-US"/>
            <a:t> Sales prediction, user behavior analysis</a:t>
          </a:r>
          <a:br>
            <a:rPr lang="en-US"/>
          </a:br>
          <a:r>
            <a:rPr lang="en-US"/>
            <a:t> </a:t>
          </a:r>
          <a:r>
            <a:rPr lang="en-US" b="1"/>
            <a:t>Careers:</a:t>
          </a:r>
          <a:r>
            <a:rPr lang="en-US"/>
            <a:t> Data Analyst, Data Scientist</a:t>
          </a:r>
        </a:p>
      </dgm:t>
    </dgm:pt>
    <dgm:pt modelId="{918CBA03-7B5F-4BAC-83A3-C56AA275112B}" type="parTrans" cxnId="{C33F2393-51F8-46DB-A7B1-ED56BAD2E3C2}">
      <dgm:prSet/>
      <dgm:spPr/>
      <dgm:t>
        <a:bodyPr/>
        <a:lstStyle/>
        <a:p>
          <a:endParaRPr lang="en-US"/>
        </a:p>
      </dgm:t>
    </dgm:pt>
    <dgm:pt modelId="{39B42BA2-7222-481D-84BF-046591FB1F09}" type="sibTrans" cxnId="{C33F2393-51F8-46DB-A7B1-ED56BAD2E3C2}">
      <dgm:prSet/>
      <dgm:spPr/>
      <dgm:t>
        <a:bodyPr/>
        <a:lstStyle/>
        <a:p>
          <a:endParaRPr lang="en-US"/>
        </a:p>
      </dgm:t>
    </dgm:pt>
    <dgm:pt modelId="{2738FED9-C327-42A1-8F25-3B8E39ECFF9C}" type="pres">
      <dgm:prSet presAssocID="{D7896022-D245-4BCE-9D21-711361884C36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43CA23AE-1001-4B2F-944F-EC7F53954D92}" type="pres">
      <dgm:prSet presAssocID="{F5FF2C41-A2C7-460D-A5CF-CED75757464B}" presName="compNode" presStyleCnt="0"/>
      <dgm:spPr/>
    </dgm:pt>
    <dgm:pt modelId="{7E4AD12B-3C67-4F37-AEFB-CA008DFC1BF1}" type="pres">
      <dgm:prSet presAssocID="{F5FF2C41-A2C7-460D-A5CF-CED75757464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76BAD08-3A85-4B19-B20E-2A0A6041D307}" type="pres">
      <dgm:prSet presAssocID="{F5FF2C41-A2C7-460D-A5CF-CED75757464B}" presName="spaceRect" presStyleCnt="0"/>
      <dgm:spPr/>
    </dgm:pt>
    <dgm:pt modelId="{9EFC0AFA-6012-4343-B32A-50D1A2B41462}" type="pres">
      <dgm:prSet presAssocID="{F5FF2C41-A2C7-460D-A5CF-CED75757464B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B4B02EC0-854B-47B2-81D5-27CAB4A01B3C}" type="pres">
      <dgm:prSet presAssocID="{EEE0AE18-95BB-4097-B92B-5084BE9FF353}" presName="sibTrans" presStyleCnt="0"/>
      <dgm:spPr/>
    </dgm:pt>
    <dgm:pt modelId="{136D4DD0-2D72-4C48-A1AA-FE944FCC2B7E}" type="pres">
      <dgm:prSet presAssocID="{05A79BBE-C3AD-49DF-9615-4322EF4C3340}" presName="compNode" presStyleCnt="0"/>
      <dgm:spPr/>
    </dgm:pt>
    <dgm:pt modelId="{BED85378-B08E-494B-A5BE-D11966E8DB20}" type="pres">
      <dgm:prSet presAssocID="{05A79BBE-C3AD-49DF-9615-4322EF4C334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4262139F-CCA7-434E-AC3B-45A4EDD71924}" type="pres">
      <dgm:prSet presAssocID="{05A79BBE-C3AD-49DF-9615-4322EF4C3340}" presName="spaceRect" presStyleCnt="0"/>
      <dgm:spPr/>
    </dgm:pt>
    <dgm:pt modelId="{0EBB0748-4061-44C2-BB2F-2BC74FD4FE86}" type="pres">
      <dgm:prSet presAssocID="{05A79BBE-C3AD-49DF-9615-4322EF4C3340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C54FCEC7-9E43-452F-A6EA-95B92BAA2616}" type="pres">
      <dgm:prSet presAssocID="{1D02AB49-17C3-4EF0-943E-9462597CC3C7}" presName="sibTrans" presStyleCnt="0"/>
      <dgm:spPr/>
    </dgm:pt>
    <dgm:pt modelId="{0E2ADBC5-4212-4E03-9D14-B748F40D3FD1}" type="pres">
      <dgm:prSet presAssocID="{BBEA2D6D-27D9-4C08-B821-3B34EF388706}" presName="compNode" presStyleCnt="0"/>
      <dgm:spPr/>
    </dgm:pt>
    <dgm:pt modelId="{4A1D360A-6A17-4F5C-88D3-2E73252A29D0}" type="pres">
      <dgm:prSet presAssocID="{BBEA2D6D-27D9-4C08-B821-3B34EF38870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4DA125E-9376-4C46-8263-ACA27356E3DC}" type="pres">
      <dgm:prSet presAssocID="{BBEA2D6D-27D9-4C08-B821-3B34EF388706}" presName="spaceRect" presStyleCnt="0"/>
      <dgm:spPr/>
    </dgm:pt>
    <dgm:pt modelId="{E8DDE116-2490-4F80-8A53-68C8F0DE256D}" type="pres">
      <dgm:prSet presAssocID="{BBEA2D6D-27D9-4C08-B821-3B34EF388706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B6102FF4-7EF3-43B9-B0EC-7BE69A3B53F5}" type="presOf" srcId="{D7896022-D245-4BCE-9D21-711361884C36}" destId="{2738FED9-C327-42A1-8F25-3B8E39ECFF9C}" srcOrd="0" destOrd="0" presId="urn:microsoft.com/office/officeart/2018/2/layout/IconLabelList"/>
    <dgm:cxn modelId="{3D2A9D04-6C88-49E5-9185-586C5B5CD95D}" type="presOf" srcId="{F5FF2C41-A2C7-460D-A5CF-CED75757464B}" destId="{9EFC0AFA-6012-4343-B32A-50D1A2B41462}" srcOrd="0" destOrd="0" presId="urn:microsoft.com/office/officeart/2018/2/layout/IconLabelList"/>
    <dgm:cxn modelId="{C1F31297-53DF-4809-A9B2-B8D3690F30B9}" srcId="{D7896022-D245-4BCE-9D21-711361884C36}" destId="{F5FF2C41-A2C7-460D-A5CF-CED75757464B}" srcOrd="0" destOrd="0" parTransId="{30ACC08D-B4A7-49B7-84A2-EBD7DCD022C9}" sibTransId="{EEE0AE18-95BB-4097-B92B-5084BE9FF353}"/>
    <dgm:cxn modelId="{C33F2393-51F8-46DB-A7B1-ED56BAD2E3C2}" srcId="{D7896022-D245-4BCE-9D21-711361884C36}" destId="{BBEA2D6D-27D9-4C08-B821-3B34EF388706}" srcOrd="2" destOrd="0" parTransId="{918CBA03-7B5F-4BAC-83A3-C56AA275112B}" sibTransId="{39B42BA2-7222-481D-84BF-046591FB1F09}"/>
    <dgm:cxn modelId="{F626E3EC-8817-4718-A776-B071DF41405B}" srcId="{D7896022-D245-4BCE-9D21-711361884C36}" destId="{05A79BBE-C3AD-49DF-9615-4322EF4C3340}" srcOrd="1" destOrd="0" parTransId="{4B6A440E-86FB-4233-BB76-C35134B01365}" sibTransId="{1D02AB49-17C3-4EF0-943E-9462597CC3C7}"/>
    <dgm:cxn modelId="{C03EE3B5-3224-42EC-9BE5-076C6CA31C3A}" type="presOf" srcId="{05A79BBE-C3AD-49DF-9615-4322EF4C3340}" destId="{0EBB0748-4061-44C2-BB2F-2BC74FD4FE86}" srcOrd="0" destOrd="0" presId="urn:microsoft.com/office/officeart/2018/2/layout/IconLabelList"/>
    <dgm:cxn modelId="{714631F8-8AD1-4D0A-8D36-025E6E755A5F}" type="presOf" srcId="{BBEA2D6D-27D9-4C08-B821-3B34EF388706}" destId="{E8DDE116-2490-4F80-8A53-68C8F0DE256D}" srcOrd="0" destOrd="0" presId="urn:microsoft.com/office/officeart/2018/2/layout/IconLabelList"/>
    <dgm:cxn modelId="{D41E48F4-F9B4-489F-9B8D-60F8EF45E613}" type="presParOf" srcId="{2738FED9-C327-42A1-8F25-3B8E39ECFF9C}" destId="{43CA23AE-1001-4B2F-944F-EC7F53954D92}" srcOrd="0" destOrd="0" presId="urn:microsoft.com/office/officeart/2018/2/layout/IconLabelList"/>
    <dgm:cxn modelId="{05D85608-B10D-4C81-97BF-DDEA72CEC54C}" type="presParOf" srcId="{43CA23AE-1001-4B2F-944F-EC7F53954D92}" destId="{7E4AD12B-3C67-4F37-AEFB-CA008DFC1BF1}" srcOrd="0" destOrd="0" presId="urn:microsoft.com/office/officeart/2018/2/layout/IconLabelList"/>
    <dgm:cxn modelId="{0B08F497-A1E3-4766-8B91-4F5F6374CF6A}" type="presParOf" srcId="{43CA23AE-1001-4B2F-944F-EC7F53954D92}" destId="{876BAD08-3A85-4B19-B20E-2A0A6041D307}" srcOrd="1" destOrd="0" presId="urn:microsoft.com/office/officeart/2018/2/layout/IconLabelList"/>
    <dgm:cxn modelId="{C4F3D00D-3FFE-432D-B617-BA7A94A0870D}" type="presParOf" srcId="{43CA23AE-1001-4B2F-944F-EC7F53954D92}" destId="{9EFC0AFA-6012-4343-B32A-50D1A2B41462}" srcOrd="2" destOrd="0" presId="urn:microsoft.com/office/officeart/2018/2/layout/IconLabelList"/>
    <dgm:cxn modelId="{9FF04616-9869-48EF-8112-F91E62D13848}" type="presParOf" srcId="{2738FED9-C327-42A1-8F25-3B8E39ECFF9C}" destId="{B4B02EC0-854B-47B2-81D5-27CAB4A01B3C}" srcOrd="1" destOrd="0" presId="urn:microsoft.com/office/officeart/2018/2/layout/IconLabelList"/>
    <dgm:cxn modelId="{1EA15D04-4C2C-4367-AD4B-CDB0ED2D733F}" type="presParOf" srcId="{2738FED9-C327-42A1-8F25-3B8E39ECFF9C}" destId="{136D4DD0-2D72-4C48-A1AA-FE944FCC2B7E}" srcOrd="2" destOrd="0" presId="urn:microsoft.com/office/officeart/2018/2/layout/IconLabelList"/>
    <dgm:cxn modelId="{BF2B2FFE-6C00-4E01-9575-CAF77AA5BD0D}" type="presParOf" srcId="{136D4DD0-2D72-4C48-A1AA-FE944FCC2B7E}" destId="{BED85378-B08E-494B-A5BE-D11966E8DB20}" srcOrd="0" destOrd="0" presId="urn:microsoft.com/office/officeart/2018/2/layout/IconLabelList"/>
    <dgm:cxn modelId="{038C955E-CD43-4940-900E-23E9D55595A1}" type="presParOf" srcId="{136D4DD0-2D72-4C48-A1AA-FE944FCC2B7E}" destId="{4262139F-CCA7-434E-AC3B-45A4EDD71924}" srcOrd="1" destOrd="0" presId="urn:microsoft.com/office/officeart/2018/2/layout/IconLabelList"/>
    <dgm:cxn modelId="{54B8961B-17C1-4C3D-A4AF-2562A4BCA91C}" type="presParOf" srcId="{136D4DD0-2D72-4C48-A1AA-FE944FCC2B7E}" destId="{0EBB0748-4061-44C2-BB2F-2BC74FD4FE86}" srcOrd="2" destOrd="0" presId="urn:microsoft.com/office/officeart/2018/2/layout/IconLabelList"/>
    <dgm:cxn modelId="{1C3FB214-2124-44BA-9E28-A0EA5BEC1C9A}" type="presParOf" srcId="{2738FED9-C327-42A1-8F25-3B8E39ECFF9C}" destId="{C54FCEC7-9E43-452F-A6EA-95B92BAA2616}" srcOrd="3" destOrd="0" presId="urn:microsoft.com/office/officeart/2018/2/layout/IconLabelList"/>
    <dgm:cxn modelId="{6880239F-15CD-47D4-BB68-BBEEF0190ECE}" type="presParOf" srcId="{2738FED9-C327-42A1-8F25-3B8E39ECFF9C}" destId="{0E2ADBC5-4212-4E03-9D14-B748F40D3FD1}" srcOrd="4" destOrd="0" presId="urn:microsoft.com/office/officeart/2018/2/layout/IconLabelList"/>
    <dgm:cxn modelId="{33B67924-91DC-47AC-8F00-3E5C3388C65F}" type="presParOf" srcId="{0E2ADBC5-4212-4E03-9D14-B748F40D3FD1}" destId="{4A1D360A-6A17-4F5C-88D3-2E73252A29D0}" srcOrd="0" destOrd="0" presId="urn:microsoft.com/office/officeart/2018/2/layout/IconLabelList"/>
    <dgm:cxn modelId="{273B7639-C17B-431D-826A-C615B6CB34B3}" type="presParOf" srcId="{0E2ADBC5-4212-4E03-9D14-B748F40D3FD1}" destId="{04DA125E-9376-4C46-8263-ACA27356E3DC}" srcOrd="1" destOrd="0" presId="urn:microsoft.com/office/officeart/2018/2/layout/IconLabelList"/>
    <dgm:cxn modelId="{8EDAB2D7-5737-4D34-874B-A91A431EEBF4}" type="presParOf" srcId="{0E2ADBC5-4212-4E03-9D14-B748F40D3FD1}" destId="{E8DDE116-2490-4F80-8A53-68C8F0DE256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D5573B6-4983-4958-AD5B-EF0374EBA11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DFD2EC6-CFD6-42A9-8E44-0B50B47751D5}">
      <dgm:prSet/>
      <dgm:spPr/>
      <dgm:t>
        <a:bodyPr/>
        <a:lstStyle/>
        <a:p>
          <a:pPr>
            <a:defRPr cap="all"/>
          </a:pPr>
          <a:r>
            <a:rPr lang="en-US"/>
            <a:t>Builds intelligent systems that learn from data.</a:t>
          </a:r>
        </a:p>
      </dgm:t>
    </dgm:pt>
    <dgm:pt modelId="{56796B58-4A60-4424-B061-7A5461D0A54D}" type="parTrans" cxnId="{5621D973-E5E7-4656-BB7A-A55B52F8AFEF}">
      <dgm:prSet/>
      <dgm:spPr/>
      <dgm:t>
        <a:bodyPr/>
        <a:lstStyle/>
        <a:p>
          <a:endParaRPr lang="en-US"/>
        </a:p>
      </dgm:t>
    </dgm:pt>
    <dgm:pt modelId="{674D36A3-3A7C-4E2B-A258-41ACC1C9E68B}" type="sibTrans" cxnId="{5621D973-E5E7-4656-BB7A-A55B52F8AFEF}">
      <dgm:prSet/>
      <dgm:spPr/>
      <dgm:t>
        <a:bodyPr/>
        <a:lstStyle/>
        <a:p>
          <a:endParaRPr lang="en-US"/>
        </a:p>
      </dgm:t>
    </dgm:pt>
    <dgm:pt modelId="{50864032-0474-4BC9-9B0E-79244200EFA3}">
      <dgm:prSet/>
      <dgm:spPr/>
      <dgm:t>
        <a:bodyPr/>
        <a:lstStyle/>
        <a:p>
          <a:pPr>
            <a:defRPr cap="all"/>
          </a:pPr>
          <a:r>
            <a:rPr lang="en-US"/>
            <a:t>Uses Python, TensorFlow, NLP, Computer Vision.</a:t>
          </a:r>
        </a:p>
      </dgm:t>
    </dgm:pt>
    <dgm:pt modelId="{1BC76B76-7DA1-4AA6-A29B-71F454BF67D1}" type="parTrans" cxnId="{0A89827D-638C-4905-A168-9972AD3775F7}">
      <dgm:prSet/>
      <dgm:spPr/>
      <dgm:t>
        <a:bodyPr/>
        <a:lstStyle/>
        <a:p>
          <a:endParaRPr lang="en-US"/>
        </a:p>
      </dgm:t>
    </dgm:pt>
    <dgm:pt modelId="{638434A1-FE68-42E7-A62A-4DB239F27FF0}" type="sibTrans" cxnId="{0A89827D-638C-4905-A168-9972AD3775F7}">
      <dgm:prSet/>
      <dgm:spPr/>
      <dgm:t>
        <a:bodyPr/>
        <a:lstStyle/>
        <a:p>
          <a:endParaRPr lang="en-US"/>
        </a:p>
      </dgm:t>
    </dgm:pt>
    <dgm:pt modelId="{06E8650C-C19A-4504-8F95-9DE631164429}">
      <dgm:prSet/>
      <dgm:spPr/>
      <dgm:t>
        <a:bodyPr/>
        <a:lstStyle/>
        <a:p>
          <a:pPr>
            <a:defRPr cap="all"/>
          </a:pPr>
          <a:r>
            <a:rPr lang="en-US" b="1"/>
            <a:t>Examples:</a:t>
          </a:r>
          <a:r>
            <a:rPr lang="en-US"/>
            <a:t> Chatbots, disease detection, recommendation systems</a:t>
          </a:r>
          <a:br>
            <a:rPr lang="en-US"/>
          </a:br>
          <a:r>
            <a:rPr lang="en-US"/>
            <a:t> </a:t>
          </a:r>
          <a:r>
            <a:rPr lang="en-US" b="1"/>
            <a:t>Careers:</a:t>
          </a:r>
          <a:r>
            <a:rPr lang="en-US"/>
            <a:t> AI/ML Engineer, Research Engineer</a:t>
          </a:r>
        </a:p>
      </dgm:t>
    </dgm:pt>
    <dgm:pt modelId="{DD572E71-1978-4D57-8D2D-F63EECDE3F42}" type="parTrans" cxnId="{7D170816-F528-4A5F-A6FC-142425E7C53D}">
      <dgm:prSet/>
      <dgm:spPr/>
      <dgm:t>
        <a:bodyPr/>
        <a:lstStyle/>
        <a:p>
          <a:endParaRPr lang="en-US"/>
        </a:p>
      </dgm:t>
    </dgm:pt>
    <dgm:pt modelId="{85003496-2BAD-4B38-8D92-660B174B6714}" type="sibTrans" cxnId="{7D170816-F528-4A5F-A6FC-142425E7C53D}">
      <dgm:prSet/>
      <dgm:spPr/>
      <dgm:t>
        <a:bodyPr/>
        <a:lstStyle/>
        <a:p>
          <a:endParaRPr lang="en-US"/>
        </a:p>
      </dgm:t>
    </dgm:pt>
    <dgm:pt modelId="{33D2CE63-9C07-4F0A-A541-2EB570DC5CEA}" type="pres">
      <dgm:prSet presAssocID="{9D5573B6-4983-4958-AD5B-EF0374EBA11A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04A4DDA6-BD1C-41EA-915B-7DA986B3BF25}" type="pres">
      <dgm:prSet presAssocID="{3DFD2EC6-CFD6-42A9-8E44-0B50B47751D5}" presName="compNode" presStyleCnt="0"/>
      <dgm:spPr/>
    </dgm:pt>
    <dgm:pt modelId="{22384C64-1771-4C88-A7C9-4BACD2AF20DC}" type="pres">
      <dgm:prSet presAssocID="{3DFD2EC6-CFD6-42A9-8E44-0B50B47751D5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513BD41-F3A7-4533-8C31-89D6B6741CCC}" type="pres">
      <dgm:prSet presAssocID="{3DFD2EC6-CFD6-42A9-8E44-0B50B47751D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BB88E61-D7E4-461B-81AA-38259F8449B4}" type="pres">
      <dgm:prSet presAssocID="{3DFD2EC6-CFD6-42A9-8E44-0B50B47751D5}" presName="spaceRect" presStyleCnt="0"/>
      <dgm:spPr/>
    </dgm:pt>
    <dgm:pt modelId="{FD13F98F-6ECE-4E5C-A77E-CCEA6B078647}" type="pres">
      <dgm:prSet presAssocID="{3DFD2EC6-CFD6-42A9-8E44-0B50B47751D5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EF0872EE-38EF-49AB-A8E6-CC135022918F}" type="pres">
      <dgm:prSet presAssocID="{674D36A3-3A7C-4E2B-A258-41ACC1C9E68B}" presName="sibTrans" presStyleCnt="0"/>
      <dgm:spPr/>
    </dgm:pt>
    <dgm:pt modelId="{9DCF2EF9-4B83-4B54-B42C-FCD348CFAFA8}" type="pres">
      <dgm:prSet presAssocID="{50864032-0474-4BC9-9B0E-79244200EFA3}" presName="compNode" presStyleCnt="0"/>
      <dgm:spPr/>
    </dgm:pt>
    <dgm:pt modelId="{43A0C19D-B115-45BD-BDAE-55E243BA047F}" type="pres">
      <dgm:prSet presAssocID="{50864032-0474-4BC9-9B0E-79244200EFA3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D6E6054-5BD1-4486-977D-58252461C4DA}" type="pres">
      <dgm:prSet presAssocID="{50864032-0474-4BC9-9B0E-79244200EFA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3275E65-BF46-437B-A41F-76CC8A708A32}" type="pres">
      <dgm:prSet presAssocID="{50864032-0474-4BC9-9B0E-79244200EFA3}" presName="spaceRect" presStyleCnt="0"/>
      <dgm:spPr/>
    </dgm:pt>
    <dgm:pt modelId="{39B36369-2472-4069-AF47-1F0277386596}" type="pres">
      <dgm:prSet presAssocID="{50864032-0474-4BC9-9B0E-79244200EFA3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CBA2C26D-CDA8-4CBE-8E10-F013D8EDB734}" type="pres">
      <dgm:prSet presAssocID="{638434A1-FE68-42E7-A62A-4DB239F27FF0}" presName="sibTrans" presStyleCnt="0"/>
      <dgm:spPr/>
    </dgm:pt>
    <dgm:pt modelId="{53494B7F-9F4A-47EE-BFBA-BAD71D27F245}" type="pres">
      <dgm:prSet presAssocID="{06E8650C-C19A-4504-8F95-9DE631164429}" presName="compNode" presStyleCnt="0"/>
      <dgm:spPr/>
    </dgm:pt>
    <dgm:pt modelId="{679B5859-FC4E-4FEF-92F9-A6CDBEBF92F8}" type="pres">
      <dgm:prSet presAssocID="{06E8650C-C19A-4504-8F95-9DE631164429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A46FEED-F39F-4F16-8F23-80CF3E3C1BF1}" type="pres">
      <dgm:prSet presAssocID="{06E8650C-C19A-4504-8F95-9DE63116442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5AEADE7-4659-4F28-ADF7-EC428D224F32}" type="pres">
      <dgm:prSet presAssocID="{06E8650C-C19A-4504-8F95-9DE631164429}" presName="spaceRect" presStyleCnt="0"/>
      <dgm:spPr/>
    </dgm:pt>
    <dgm:pt modelId="{F957C2E5-7722-4475-B208-96B61C16A001}" type="pres">
      <dgm:prSet presAssocID="{06E8650C-C19A-4504-8F95-9DE631164429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273472ED-88D6-42A1-AD13-EB7AFD090F5A}" type="presOf" srcId="{3DFD2EC6-CFD6-42A9-8E44-0B50B47751D5}" destId="{FD13F98F-6ECE-4E5C-A77E-CCEA6B078647}" srcOrd="0" destOrd="0" presId="urn:microsoft.com/office/officeart/2018/5/layout/IconLeafLabelList"/>
    <dgm:cxn modelId="{5621D973-E5E7-4656-BB7A-A55B52F8AFEF}" srcId="{9D5573B6-4983-4958-AD5B-EF0374EBA11A}" destId="{3DFD2EC6-CFD6-42A9-8E44-0B50B47751D5}" srcOrd="0" destOrd="0" parTransId="{56796B58-4A60-4424-B061-7A5461D0A54D}" sibTransId="{674D36A3-3A7C-4E2B-A258-41ACC1C9E68B}"/>
    <dgm:cxn modelId="{7D170816-F528-4A5F-A6FC-142425E7C53D}" srcId="{9D5573B6-4983-4958-AD5B-EF0374EBA11A}" destId="{06E8650C-C19A-4504-8F95-9DE631164429}" srcOrd="2" destOrd="0" parTransId="{DD572E71-1978-4D57-8D2D-F63EECDE3F42}" sibTransId="{85003496-2BAD-4B38-8D92-660B174B6714}"/>
    <dgm:cxn modelId="{993502A2-8A8B-4E81-A11E-8A228CE0AAA2}" type="presOf" srcId="{50864032-0474-4BC9-9B0E-79244200EFA3}" destId="{39B36369-2472-4069-AF47-1F0277386596}" srcOrd="0" destOrd="0" presId="urn:microsoft.com/office/officeart/2018/5/layout/IconLeafLabelList"/>
    <dgm:cxn modelId="{17E68BB6-E22D-423B-B2D2-F94796381EF3}" type="presOf" srcId="{9D5573B6-4983-4958-AD5B-EF0374EBA11A}" destId="{33D2CE63-9C07-4F0A-A541-2EB570DC5CEA}" srcOrd="0" destOrd="0" presId="urn:microsoft.com/office/officeart/2018/5/layout/IconLeafLabelList"/>
    <dgm:cxn modelId="{B2F10AAD-054C-4464-A18E-4CFBDCA3DEFC}" type="presOf" srcId="{06E8650C-C19A-4504-8F95-9DE631164429}" destId="{F957C2E5-7722-4475-B208-96B61C16A001}" srcOrd="0" destOrd="0" presId="urn:microsoft.com/office/officeart/2018/5/layout/IconLeafLabelList"/>
    <dgm:cxn modelId="{0A89827D-638C-4905-A168-9972AD3775F7}" srcId="{9D5573B6-4983-4958-AD5B-EF0374EBA11A}" destId="{50864032-0474-4BC9-9B0E-79244200EFA3}" srcOrd="1" destOrd="0" parTransId="{1BC76B76-7DA1-4AA6-A29B-71F454BF67D1}" sibTransId="{638434A1-FE68-42E7-A62A-4DB239F27FF0}"/>
    <dgm:cxn modelId="{96F200FC-A293-4D4B-8678-13FC6ECC40AE}" type="presParOf" srcId="{33D2CE63-9C07-4F0A-A541-2EB570DC5CEA}" destId="{04A4DDA6-BD1C-41EA-915B-7DA986B3BF25}" srcOrd="0" destOrd="0" presId="urn:microsoft.com/office/officeart/2018/5/layout/IconLeafLabelList"/>
    <dgm:cxn modelId="{7154F5A2-6041-460D-90CA-B3B0D4732EC9}" type="presParOf" srcId="{04A4DDA6-BD1C-41EA-915B-7DA986B3BF25}" destId="{22384C64-1771-4C88-A7C9-4BACD2AF20DC}" srcOrd="0" destOrd="0" presId="urn:microsoft.com/office/officeart/2018/5/layout/IconLeafLabelList"/>
    <dgm:cxn modelId="{157391BA-E023-4CD6-AE46-5527D70B1697}" type="presParOf" srcId="{04A4DDA6-BD1C-41EA-915B-7DA986B3BF25}" destId="{A513BD41-F3A7-4533-8C31-89D6B6741CCC}" srcOrd="1" destOrd="0" presId="urn:microsoft.com/office/officeart/2018/5/layout/IconLeafLabelList"/>
    <dgm:cxn modelId="{0CC450F1-27D6-450F-A5C7-00EB4F09A2C2}" type="presParOf" srcId="{04A4DDA6-BD1C-41EA-915B-7DA986B3BF25}" destId="{EBB88E61-D7E4-461B-81AA-38259F8449B4}" srcOrd="2" destOrd="0" presId="urn:microsoft.com/office/officeart/2018/5/layout/IconLeafLabelList"/>
    <dgm:cxn modelId="{41DDBBAE-1413-476F-9916-1B8BD58C8FA7}" type="presParOf" srcId="{04A4DDA6-BD1C-41EA-915B-7DA986B3BF25}" destId="{FD13F98F-6ECE-4E5C-A77E-CCEA6B078647}" srcOrd="3" destOrd="0" presId="urn:microsoft.com/office/officeart/2018/5/layout/IconLeafLabelList"/>
    <dgm:cxn modelId="{026065B5-71A6-4E32-9714-B162CDB5B4E6}" type="presParOf" srcId="{33D2CE63-9C07-4F0A-A541-2EB570DC5CEA}" destId="{EF0872EE-38EF-49AB-A8E6-CC135022918F}" srcOrd="1" destOrd="0" presId="urn:microsoft.com/office/officeart/2018/5/layout/IconLeafLabelList"/>
    <dgm:cxn modelId="{E110EAE1-EE9A-4A19-952B-44771D5812BE}" type="presParOf" srcId="{33D2CE63-9C07-4F0A-A541-2EB570DC5CEA}" destId="{9DCF2EF9-4B83-4B54-B42C-FCD348CFAFA8}" srcOrd="2" destOrd="0" presId="urn:microsoft.com/office/officeart/2018/5/layout/IconLeafLabelList"/>
    <dgm:cxn modelId="{FB185B52-7829-4532-9B15-2D664EBA7328}" type="presParOf" srcId="{9DCF2EF9-4B83-4B54-B42C-FCD348CFAFA8}" destId="{43A0C19D-B115-45BD-BDAE-55E243BA047F}" srcOrd="0" destOrd="0" presId="urn:microsoft.com/office/officeart/2018/5/layout/IconLeafLabelList"/>
    <dgm:cxn modelId="{20BDC1AC-BB7A-4F62-A525-DB5EF956920E}" type="presParOf" srcId="{9DCF2EF9-4B83-4B54-B42C-FCD348CFAFA8}" destId="{2D6E6054-5BD1-4486-977D-58252461C4DA}" srcOrd="1" destOrd="0" presId="urn:microsoft.com/office/officeart/2018/5/layout/IconLeafLabelList"/>
    <dgm:cxn modelId="{60676183-73AC-412D-ADB1-AC5B89212F63}" type="presParOf" srcId="{9DCF2EF9-4B83-4B54-B42C-FCD348CFAFA8}" destId="{03275E65-BF46-437B-A41F-76CC8A708A32}" srcOrd="2" destOrd="0" presId="urn:microsoft.com/office/officeart/2018/5/layout/IconLeafLabelList"/>
    <dgm:cxn modelId="{27410BBC-6A76-4453-A4EE-B314DD0F759D}" type="presParOf" srcId="{9DCF2EF9-4B83-4B54-B42C-FCD348CFAFA8}" destId="{39B36369-2472-4069-AF47-1F0277386596}" srcOrd="3" destOrd="0" presId="urn:microsoft.com/office/officeart/2018/5/layout/IconLeafLabelList"/>
    <dgm:cxn modelId="{F596BC6A-269C-4C20-9DF5-D1831389CDB6}" type="presParOf" srcId="{33D2CE63-9C07-4F0A-A541-2EB570DC5CEA}" destId="{CBA2C26D-CDA8-4CBE-8E10-F013D8EDB734}" srcOrd="3" destOrd="0" presId="urn:microsoft.com/office/officeart/2018/5/layout/IconLeafLabelList"/>
    <dgm:cxn modelId="{F8B309AB-2251-471C-81AA-CF87FF180F61}" type="presParOf" srcId="{33D2CE63-9C07-4F0A-A541-2EB570DC5CEA}" destId="{53494B7F-9F4A-47EE-BFBA-BAD71D27F245}" srcOrd="4" destOrd="0" presId="urn:microsoft.com/office/officeart/2018/5/layout/IconLeafLabelList"/>
    <dgm:cxn modelId="{F7EEEBD2-FA54-4CF9-94AC-E70E1C1EDD1B}" type="presParOf" srcId="{53494B7F-9F4A-47EE-BFBA-BAD71D27F245}" destId="{679B5859-FC4E-4FEF-92F9-A6CDBEBF92F8}" srcOrd="0" destOrd="0" presId="urn:microsoft.com/office/officeart/2018/5/layout/IconLeafLabelList"/>
    <dgm:cxn modelId="{650EAF01-21F8-4DA6-86F0-902E420E1082}" type="presParOf" srcId="{53494B7F-9F4A-47EE-BFBA-BAD71D27F245}" destId="{AA46FEED-F39F-4F16-8F23-80CF3E3C1BF1}" srcOrd="1" destOrd="0" presId="urn:microsoft.com/office/officeart/2018/5/layout/IconLeafLabelList"/>
    <dgm:cxn modelId="{2A35820C-CF4F-428E-8762-CD1E7F996559}" type="presParOf" srcId="{53494B7F-9F4A-47EE-BFBA-BAD71D27F245}" destId="{C5AEADE7-4659-4F28-ADF7-EC428D224F32}" srcOrd="2" destOrd="0" presId="urn:microsoft.com/office/officeart/2018/5/layout/IconLeafLabelList"/>
    <dgm:cxn modelId="{C914276B-FE73-4D84-A69B-CCDD8CB271E1}" type="presParOf" srcId="{53494B7F-9F4A-47EE-BFBA-BAD71D27F245}" destId="{F957C2E5-7722-4475-B208-96B61C16A00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EB37B0E-C94E-4C0D-AD35-869ECDDA4B7B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CF6989B-BB7A-425E-A6FE-B2265B36E328}">
      <dgm:prSet/>
      <dgm:spPr/>
      <dgm:t>
        <a:bodyPr/>
        <a:lstStyle/>
        <a:p>
          <a:r>
            <a:rPr lang="en-US"/>
            <a:t>Protects systems from cyber attacks.</a:t>
          </a:r>
        </a:p>
      </dgm:t>
    </dgm:pt>
    <dgm:pt modelId="{8575F5B6-4997-4E5D-A2E9-DE71469CB0EA}" type="parTrans" cxnId="{36C43F04-1F09-41D0-BA44-EBAEB8C4A1FB}">
      <dgm:prSet/>
      <dgm:spPr/>
      <dgm:t>
        <a:bodyPr/>
        <a:lstStyle/>
        <a:p>
          <a:endParaRPr lang="en-US"/>
        </a:p>
      </dgm:t>
    </dgm:pt>
    <dgm:pt modelId="{22CA76A5-07CF-4A7F-AFCB-912462D42BA5}" type="sibTrans" cxnId="{36C43F04-1F09-41D0-BA44-EBAEB8C4A1FB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F4ABDB1C-8A2B-4A71-9BBF-FE3F0997AFA6}">
      <dgm:prSet/>
      <dgm:spPr/>
      <dgm:t>
        <a:bodyPr/>
        <a:lstStyle/>
        <a:p>
          <a:r>
            <a:rPr lang="en-US"/>
            <a:t>Uses ethical hacking, network security tools.</a:t>
          </a:r>
        </a:p>
      </dgm:t>
    </dgm:pt>
    <dgm:pt modelId="{F5130F9E-FB86-4791-912E-38B581134862}" type="parTrans" cxnId="{E54299A1-59A1-4DE3-B642-6F6A5C7ABFCC}">
      <dgm:prSet/>
      <dgm:spPr/>
      <dgm:t>
        <a:bodyPr/>
        <a:lstStyle/>
        <a:p>
          <a:endParaRPr lang="en-US"/>
        </a:p>
      </dgm:t>
    </dgm:pt>
    <dgm:pt modelId="{B7AD3F1A-B406-45CE-B7AB-CD5198174AF7}" type="sibTrans" cxnId="{E54299A1-59A1-4DE3-B642-6F6A5C7ABFCC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D3F86178-8B5F-46BF-95C9-110B33EFBA9B}">
      <dgm:prSet/>
      <dgm:spPr/>
      <dgm:t>
        <a:bodyPr/>
        <a:lstStyle/>
        <a:p>
          <a:r>
            <a:rPr lang="en-US" b="1"/>
            <a:t>Examples:</a:t>
          </a:r>
          <a:r>
            <a:rPr lang="en-US"/>
            <a:t> Firewall systems, penetration testing</a:t>
          </a:r>
          <a:br>
            <a:rPr lang="en-US"/>
          </a:br>
          <a:r>
            <a:rPr lang="en-US"/>
            <a:t> </a:t>
          </a:r>
          <a:r>
            <a:rPr lang="en-US" b="1"/>
            <a:t>Careers:</a:t>
          </a:r>
          <a:r>
            <a:rPr lang="en-US"/>
            <a:t> Security Analyst, Ethical Hacker</a:t>
          </a:r>
        </a:p>
      </dgm:t>
    </dgm:pt>
    <dgm:pt modelId="{EA6A53B8-5DC5-4DB6-BDE4-F924569E18BD}" type="parTrans" cxnId="{D1BC12BF-3C3E-4440-84B3-80199A7DE279}">
      <dgm:prSet/>
      <dgm:spPr/>
      <dgm:t>
        <a:bodyPr/>
        <a:lstStyle/>
        <a:p>
          <a:endParaRPr lang="en-US"/>
        </a:p>
      </dgm:t>
    </dgm:pt>
    <dgm:pt modelId="{45A07C22-0B97-4B28-81BE-D3DD9F909BF1}" type="sibTrans" cxnId="{D1BC12BF-3C3E-4440-84B3-80199A7DE279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2659F217-F66F-4101-B1AE-AB7B5DD107A4}" type="pres">
      <dgm:prSet presAssocID="{EEB37B0E-C94E-4C0D-AD35-869ECDDA4B7B}" presName="Name0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D1C909ED-0836-411B-BE8B-3E23C72CB30B}" type="pres">
      <dgm:prSet presAssocID="{ACF6989B-BB7A-425E-A6FE-B2265B36E328}" presName="compositeNode" presStyleCnt="0">
        <dgm:presLayoutVars>
          <dgm:bulletEnabled val="1"/>
        </dgm:presLayoutVars>
      </dgm:prSet>
      <dgm:spPr/>
    </dgm:pt>
    <dgm:pt modelId="{DF511B47-AB7E-4E50-9098-FF82D84592C4}" type="pres">
      <dgm:prSet presAssocID="{ACF6989B-BB7A-425E-A6FE-B2265B36E328}" presName="bgRect" presStyleLbl="alignNode1" presStyleIdx="0" presStyleCnt="3"/>
      <dgm:spPr/>
      <dgm:t>
        <a:bodyPr/>
        <a:lstStyle/>
        <a:p>
          <a:endParaRPr lang="en-IN"/>
        </a:p>
      </dgm:t>
    </dgm:pt>
    <dgm:pt modelId="{EE96E92C-7ECE-437B-A7F8-A1B70B9E665E}" type="pres">
      <dgm:prSet presAssocID="{22CA76A5-07CF-4A7F-AFCB-912462D42BA5}" presName="sibTransNodeRect" presStyleLbl="align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3C18CB7-E32B-4033-8561-EAE909622A68}" type="pres">
      <dgm:prSet presAssocID="{ACF6989B-BB7A-425E-A6FE-B2265B36E328}" presName="nodeRect" presStyleLbl="align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80D8F3C-9747-4AA0-8B58-CD35F8C52D9A}" type="pres">
      <dgm:prSet presAssocID="{22CA76A5-07CF-4A7F-AFCB-912462D42BA5}" presName="sibTrans" presStyleCnt="0"/>
      <dgm:spPr/>
    </dgm:pt>
    <dgm:pt modelId="{22D176F6-F181-4C37-960B-E10B89E0FEFA}" type="pres">
      <dgm:prSet presAssocID="{F4ABDB1C-8A2B-4A71-9BBF-FE3F0997AFA6}" presName="compositeNode" presStyleCnt="0">
        <dgm:presLayoutVars>
          <dgm:bulletEnabled val="1"/>
        </dgm:presLayoutVars>
      </dgm:prSet>
      <dgm:spPr/>
    </dgm:pt>
    <dgm:pt modelId="{39B9E964-CC00-43DE-999D-C257B7FAC4EF}" type="pres">
      <dgm:prSet presAssocID="{F4ABDB1C-8A2B-4A71-9BBF-FE3F0997AFA6}" presName="bgRect" presStyleLbl="alignNode1" presStyleIdx="1" presStyleCnt="3"/>
      <dgm:spPr/>
      <dgm:t>
        <a:bodyPr/>
        <a:lstStyle/>
        <a:p>
          <a:endParaRPr lang="en-IN"/>
        </a:p>
      </dgm:t>
    </dgm:pt>
    <dgm:pt modelId="{B82BCAB4-DE65-4EA9-AD1E-A59429CF6F50}" type="pres">
      <dgm:prSet presAssocID="{B7AD3F1A-B406-45CE-B7AB-CD5198174AF7}" presName="sibTransNodeRect" presStyleLbl="align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E519E17-C607-4758-9AA5-2644D26294FE}" type="pres">
      <dgm:prSet presAssocID="{F4ABDB1C-8A2B-4A71-9BBF-FE3F0997AFA6}" presName="nodeRect" presStyleLbl="align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6C9D84A-5B45-4F9A-8524-14D1A221A261}" type="pres">
      <dgm:prSet presAssocID="{B7AD3F1A-B406-45CE-B7AB-CD5198174AF7}" presName="sibTrans" presStyleCnt="0"/>
      <dgm:spPr/>
    </dgm:pt>
    <dgm:pt modelId="{4769CCA2-CED6-4F9E-B232-3796A1312B6D}" type="pres">
      <dgm:prSet presAssocID="{D3F86178-8B5F-46BF-95C9-110B33EFBA9B}" presName="compositeNode" presStyleCnt="0">
        <dgm:presLayoutVars>
          <dgm:bulletEnabled val="1"/>
        </dgm:presLayoutVars>
      </dgm:prSet>
      <dgm:spPr/>
    </dgm:pt>
    <dgm:pt modelId="{E744DAE2-BF9D-4700-89C5-7585070BBE91}" type="pres">
      <dgm:prSet presAssocID="{D3F86178-8B5F-46BF-95C9-110B33EFBA9B}" presName="bgRect" presStyleLbl="alignNode1" presStyleIdx="2" presStyleCnt="3"/>
      <dgm:spPr/>
      <dgm:t>
        <a:bodyPr/>
        <a:lstStyle/>
        <a:p>
          <a:endParaRPr lang="en-IN"/>
        </a:p>
      </dgm:t>
    </dgm:pt>
    <dgm:pt modelId="{50128258-B7F4-48ED-8A66-0DD23F2F3986}" type="pres">
      <dgm:prSet presAssocID="{45A07C22-0B97-4B28-81BE-D3DD9F909BF1}" presName="sibTransNodeRect" presStyleLbl="align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2886F01-45F0-4089-BF4D-135840CD94F2}" type="pres">
      <dgm:prSet presAssocID="{D3F86178-8B5F-46BF-95C9-110B33EFBA9B}" presName="nodeRect" presStyleLbl="align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CE701D11-59D0-4165-83B1-D55A2248FAED}" type="presOf" srcId="{D3F86178-8B5F-46BF-95C9-110B33EFBA9B}" destId="{12886F01-45F0-4089-BF4D-135840CD94F2}" srcOrd="1" destOrd="0" presId="urn:microsoft.com/office/officeart/2016/7/layout/LinearBlockProcessNumbered"/>
    <dgm:cxn modelId="{DAE9982F-280A-4ABE-BE10-32909870325F}" type="presOf" srcId="{D3F86178-8B5F-46BF-95C9-110B33EFBA9B}" destId="{E744DAE2-BF9D-4700-89C5-7585070BBE91}" srcOrd="0" destOrd="0" presId="urn:microsoft.com/office/officeart/2016/7/layout/LinearBlockProcessNumbered"/>
    <dgm:cxn modelId="{E54299A1-59A1-4DE3-B642-6F6A5C7ABFCC}" srcId="{EEB37B0E-C94E-4C0D-AD35-869ECDDA4B7B}" destId="{F4ABDB1C-8A2B-4A71-9BBF-FE3F0997AFA6}" srcOrd="1" destOrd="0" parTransId="{F5130F9E-FB86-4791-912E-38B581134862}" sibTransId="{B7AD3F1A-B406-45CE-B7AB-CD5198174AF7}"/>
    <dgm:cxn modelId="{CE3F8147-56EE-4D7F-8E98-D12183893659}" type="presOf" srcId="{ACF6989B-BB7A-425E-A6FE-B2265B36E328}" destId="{DF511B47-AB7E-4E50-9098-FF82D84592C4}" srcOrd="0" destOrd="0" presId="urn:microsoft.com/office/officeart/2016/7/layout/LinearBlockProcessNumbered"/>
    <dgm:cxn modelId="{D1BC12BF-3C3E-4440-84B3-80199A7DE279}" srcId="{EEB37B0E-C94E-4C0D-AD35-869ECDDA4B7B}" destId="{D3F86178-8B5F-46BF-95C9-110B33EFBA9B}" srcOrd="2" destOrd="0" parTransId="{EA6A53B8-5DC5-4DB6-BDE4-F924569E18BD}" sibTransId="{45A07C22-0B97-4B28-81BE-D3DD9F909BF1}"/>
    <dgm:cxn modelId="{6594973B-6512-4DDF-8F0D-727530E68C13}" type="presOf" srcId="{B7AD3F1A-B406-45CE-B7AB-CD5198174AF7}" destId="{B82BCAB4-DE65-4EA9-AD1E-A59429CF6F50}" srcOrd="0" destOrd="0" presId="urn:microsoft.com/office/officeart/2016/7/layout/LinearBlockProcessNumbered"/>
    <dgm:cxn modelId="{36C43F04-1F09-41D0-BA44-EBAEB8C4A1FB}" srcId="{EEB37B0E-C94E-4C0D-AD35-869ECDDA4B7B}" destId="{ACF6989B-BB7A-425E-A6FE-B2265B36E328}" srcOrd="0" destOrd="0" parTransId="{8575F5B6-4997-4E5D-A2E9-DE71469CB0EA}" sibTransId="{22CA76A5-07CF-4A7F-AFCB-912462D42BA5}"/>
    <dgm:cxn modelId="{D0425D8D-71D6-491E-99FB-4A12A85B87B8}" type="presOf" srcId="{F4ABDB1C-8A2B-4A71-9BBF-FE3F0997AFA6}" destId="{CE519E17-C607-4758-9AA5-2644D26294FE}" srcOrd="1" destOrd="0" presId="urn:microsoft.com/office/officeart/2016/7/layout/LinearBlockProcessNumbered"/>
    <dgm:cxn modelId="{F0B154F4-AA50-47E4-887A-4B2EDC5D1456}" type="presOf" srcId="{45A07C22-0B97-4B28-81BE-D3DD9F909BF1}" destId="{50128258-B7F4-48ED-8A66-0DD23F2F3986}" srcOrd="0" destOrd="0" presId="urn:microsoft.com/office/officeart/2016/7/layout/LinearBlockProcessNumbered"/>
    <dgm:cxn modelId="{9CB73B12-FCEE-43C2-A0AD-B8452280E7FE}" type="presOf" srcId="{EEB37B0E-C94E-4C0D-AD35-869ECDDA4B7B}" destId="{2659F217-F66F-4101-B1AE-AB7B5DD107A4}" srcOrd="0" destOrd="0" presId="urn:microsoft.com/office/officeart/2016/7/layout/LinearBlockProcessNumbered"/>
    <dgm:cxn modelId="{17C70AD5-98E8-4A34-8871-0104FCFC0F74}" type="presOf" srcId="{22CA76A5-07CF-4A7F-AFCB-912462D42BA5}" destId="{EE96E92C-7ECE-437B-A7F8-A1B70B9E665E}" srcOrd="0" destOrd="0" presId="urn:microsoft.com/office/officeart/2016/7/layout/LinearBlockProcessNumbered"/>
    <dgm:cxn modelId="{C48DD992-3AED-4339-91DD-19282588F1A2}" type="presOf" srcId="{F4ABDB1C-8A2B-4A71-9BBF-FE3F0997AFA6}" destId="{39B9E964-CC00-43DE-999D-C257B7FAC4EF}" srcOrd="0" destOrd="0" presId="urn:microsoft.com/office/officeart/2016/7/layout/LinearBlockProcessNumbered"/>
    <dgm:cxn modelId="{3131A992-F8EF-47FC-B98F-620A91DEF7C0}" type="presOf" srcId="{ACF6989B-BB7A-425E-A6FE-B2265B36E328}" destId="{13C18CB7-E32B-4033-8561-EAE909622A68}" srcOrd="1" destOrd="0" presId="urn:microsoft.com/office/officeart/2016/7/layout/LinearBlockProcessNumbered"/>
    <dgm:cxn modelId="{D1939426-C2EB-4109-A902-9B7DD5E1CCAD}" type="presParOf" srcId="{2659F217-F66F-4101-B1AE-AB7B5DD107A4}" destId="{D1C909ED-0836-411B-BE8B-3E23C72CB30B}" srcOrd="0" destOrd="0" presId="urn:microsoft.com/office/officeart/2016/7/layout/LinearBlockProcessNumbered"/>
    <dgm:cxn modelId="{17D9508D-562F-41D5-9520-4DDBF4DC5953}" type="presParOf" srcId="{D1C909ED-0836-411B-BE8B-3E23C72CB30B}" destId="{DF511B47-AB7E-4E50-9098-FF82D84592C4}" srcOrd="0" destOrd="0" presId="urn:microsoft.com/office/officeart/2016/7/layout/LinearBlockProcessNumbered"/>
    <dgm:cxn modelId="{705F390F-BDC9-420B-BDB4-66973BE1B168}" type="presParOf" srcId="{D1C909ED-0836-411B-BE8B-3E23C72CB30B}" destId="{EE96E92C-7ECE-437B-A7F8-A1B70B9E665E}" srcOrd="1" destOrd="0" presId="urn:microsoft.com/office/officeart/2016/7/layout/LinearBlockProcessNumbered"/>
    <dgm:cxn modelId="{2790A4EF-0FFB-48A2-B966-9B3213993E0A}" type="presParOf" srcId="{D1C909ED-0836-411B-BE8B-3E23C72CB30B}" destId="{13C18CB7-E32B-4033-8561-EAE909622A68}" srcOrd="2" destOrd="0" presId="urn:microsoft.com/office/officeart/2016/7/layout/LinearBlockProcessNumbered"/>
    <dgm:cxn modelId="{A5D5DDEB-FA75-49A8-8CC5-D75E1CF6B32B}" type="presParOf" srcId="{2659F217-F66F-4101-B1AE-AB7B5DD107A4}" destId="{780D8F3C-9747-4AA0-8B58-CD35F8C52D9A}" srcOrd="1" destOrd="0" presId="urn:microsoft.com/office/officeart/2016/7/layout/LinearBlockProcessNumbered"/>
    <dgm:cxn modelId="{16FF14FB-9ABC-40CA-9D74-CB492B564C73}" type="presParOf" srcId="{2659F217-F66F-4101-B1AE-AB7B5DD107A4}" destId="{22D176F6-F181-4C37-960B-E10B89E0FEFA}" srcOrd="2" destOrd="0" presId="urn:microsoft.com/office/officeart/2016/7/layout/LinearBlockProcessNumbered"/>
    <dgm:cxn modelId="{B3CCAA1A-30B4-429B-8C87-9F1C1E783323}" type="presParOf" srcId="{22D176F6-F181-4C37-960B-E10B89E0FEFA}" destId="{39B9E964-CC00-43DE-999D-C257B7FAC4EF}" srcOrd="0" destOrd="0" presId="urn:microsoft.com/office/officeart/2016/7/layout/LinearBlockProcessNumbered"/>
    <dgm:cxn modelId="{43CA4305-7F86-4A83-A887-6D822FB7E572}" type="presParOf" srcId="{22D176F6-F181-4C37-960B-E10B89E0FEFA}" destId="{B82BCAB4-DE65-4EA9-AD1E-A59429CF6F50}" srcOrd="1" destOrd="0" presId="urn:microsoft.com/office/officeart/2016/7/layout/LinearBlockProcessNumbered"/>
    <dgm:cxn modelId="{C2E44A6B-296B-43B1-9CFB-31D13E4530B7}" type="presParOf" srcId="{22D176F6-F181-4C37-960B-E10B89E0FEFA}" destId="{CE519E17-C607-4758-9AA5-2644D26294FE}" srcOrd="2" destOrd="0" presId="urn:microsoft.com/office/officeart/2016/7/layout/LinearBlockProcessNumbered"/>
    <dgm:cxn modelId="{E773E017-0641-49E1-9629-D07CD69A3791}" type="presParOf" srcId="{2659F217-F66F-4101-B1AE-AB7B5DD107A4}" destId="{C6C9D84A-5B45-4F9A-8524-14D1A221A261}" srcOrd="3" destOrd="0" presId="urn:microsoft.com/office/officeart/2016/7/layout/LinearBlockProcessNumbered"/>
    <dgm:cxn modelId="{5C1EF353-A438-4D86-8214-767299C5CC34}" type="presParOf" srcId="{2659F217-F66F-4101-B1AE-AB7B5DD107A4}" destId="{4769CCA2-CED6-4F9E-B232-3796A1312B6D}" srcOrd="4" destOrd="0" presId="urn:microsoft.com/office/officeart/2016/7/layout/LinearBlockProcessNumbered"/>
    <dgm:cxn modelId="{48ECD627-1D31-438E-802A-3C4683B209A5}" type="presParOf" srcId="{4769CCA2-CED6-4F9E-B232-3796A1312B6D}" destId="{E744DAE2-BF9D-4700-89C5-7585070BBE91}" srcOrd="0" destOrd="0" presId="urn:microsoft.com/office/officeart/2016/7/layout/LinearBlockProcessNumbered"/>
    <dgm:cxn modelId="{C9B2F09C-84DF-4A65-98B1-D3CD37DBD131}" type="presParOf" srcId="{4769CCA2-CED6-4F9E-B232-3796A1312B6D}" destId="{50128258-B7F4-48ED-8A66-0DD23F2F3986}" srcOrd="1" destOrd="0" presId="urn:microsoft.com/office/officeart/2016/7/layout/LinearBlockProcessNumbered"/>
    <dgm:cxn modelId="{028E0035-72A6-4597-B560-EF171A689D7E}" type="presParOf" srcId="{4769CCA2-CED6-4F9E-B232-3796A1312B6D}" destId="{12886F01-45F0-4089-BF4D-135840CD94F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F19140E-ACCC-4390-8779-73A50387A65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9211B53-375B-4464-86B7-6C128DAD5D93}">
      <dgm:prSet/>
      <dgm:spPr/>
      <dgm:t>
        <a:bodyPr/>
        <a:lstStyle/>
        <a:p>
          <a:r>
            <a:rPr lang="en-US"/>
            <a:t>Connects devices to the internet.</a:t>
          </a:r>
        </a:p>
      </dgm:t>
    </dgm:pt>
    <dgm:pt modelId="{D2B8577C-9F88-42C1-82A9-FDD1E4194ECC}" type="parTrans" cxnId="{A70624CE-906A-495F-9300-E1AA21B1BC98}">
      <dgm:prSet/>
      <dgm:spPr/>
      <dgm:t>
        <a:bodyPr/>
        <a:lstStyle/>
        <a:p>
          <a:endParaRPr lang="en-US"/>
        </a:p>
      </dgm:t>
    </dgm:pt>
    <dgm:pt modelId="{AFFB8784-5CAA-456A-9C77-B50C2345BBF0}" type="sibTrans" cxnId="{A70624CE-906A-495F-9300-E1AA21B1BC98}">
      <dgm:prSet/>
      <dgm:spPr/>
      <dgm:t>
        <a:bodyPr/>
        <a:lstStyle/>
        <a:p>
          <a:endParaRPr lang="en-US"/>
        </a:p>
      </dgm:t>
    </dgm:pt>
    <dgm:pt modelId="{E45CA8F3-87BF-416B-8238-0ED2A577D3C8}">
      <dgm:prSet/>
      <dgm:spPr/>
      <dgm:t>
        <a:bodyPr/>
        <a:lstStyle/>
        <a:p>
          <a:r>
            <a:rPr lang="en-US"/>
            <a:t>Uses Arduino, sensors, cloud platforms.</a:t>
          </a:r>
        </a:p>
      </dgm:t>
    </dgm:pt>
    <dgm:pt modelId="{C2CB959D-14F5-41A8-A8B6-CAD322EBAA16}" type="parTrans" cxnId="{A7B2F2E6-B555-4D39-BCF0-119BAABFC5FD}">
      <dgm:prSet/>
      <dgm:spPr/>
      <dgm:t>
        <a:bodyPr/>
        <a:lstStyle/>
        <a:p>
          <a:endParaRPr lang="en-US"/>
        </a:p>
      </dgm:t>
    </dgm:pt>
    <dgm:pt modelId="{B199C2A3-A76A-496B-B621-E2A2D96BA43A}" type="sibTrans" cxnId="{A7B2F2E6-B555-4D39-BCF0-119BAABFC5FD}">
      <dgm:prSet/>
      <dgm:spPr/>
      <dgm:t>
        <a:bodyPr/>
        <a:lstStyle/>
        <a:p>
          <a:endParaRPr lang="en-US"/>
        </a:p>
      </dgm:t>
    </dgm:pt>
    <dgm:pt modelId="{E22A30C0-ED82-4A0C-8069-297644767275}">
      <dgm:prSet/>
      <dgm:spPr/>
      <dgm:t>
        <a:bodyPr/>
        <a:lstStyle/>
        <a:p>
          <a:r>
            <a:rPr lang="en-US" b="1"/>
            <a:t>Examples:</a:t>
          </a:r>
          <a:r>
            <a:rPr lang="en-US"/>
            <a:t> Smart homes, healthcare monitoring</a:t>
          </a:r>
          <a:br>
            <a:rPr lang="en-US"/>
          </a:br>
          <a:r>
            <a:rPr lang="en-US"/>
            <a:t> </a:t>
          </a:r>
          <a:r>
            <a:rPr lang="en-US" b="1"/>
            <a:t>Careers:</a:t>
          </a:r>
          <a:r>
            <a:rPr lang="en-US"/>
            <a:t> IoT Engineer, Embedded Developer</a:t>
          </a:r>
        </a:p>
      </dgm:t>
    </dgm:pt>
    <dgm:pt modelId="{524F68E4-3ECA-4ADC-90C5-0885449E34A9}" type="parTrans" cxnId="{4F83D3A6-FEB7-4993-8317-B81FC2E27CDD}">
      <dgm:prSet/>
      <dgm:spPr/>
      <dgm:t>
        <a:bodyPr/>
        <a:lstStyle/>
        <a:p>
          <a:endParaRPr lang="en-US"/>
        </a:p>
      </dgm:t>
    </dgm:pt>
    <dgm:pt modelId="{32993F1F-6B3D-4E77-9ABE-C8FD698A345C}" type="sibTrans" cxnId="{4F83D3A6-FEB7-4993-8317-B81FC2E27CDD}">
      <dgm:prSet/>
      <dgm:spPr/>
      <dgm:t>
        <a:bodyPr/>
        <a:lstStyle/>
        <a:p>
          <a:endParaRPr lang="en-US"/>
        </a:p>
      </dgm:t>
    </dgm:pt>
    <dgm:pt modelId="{93B70C22-E103-4E3B-9BEF-E8C05A2B260C}" type="pres">
      <dgm:prSet presAssocID="{3F19140E-ACCC-4390-8779-73A50387A65D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6BB01842-DC0B-4770-8A0A-E225205AF152}" type="pres">
      <dgm:prSet presAssocID="{F9211B53-375B-4464-86B7-6C128DAD5D93}" presName="compNode" presStyleCnt="0"/>
      <dgm:spPr/>
    </dgm:pt>
    <dgm:pt modelId="{69DF1610-307E-4B9B-82F9-F141995FFAB4}" type="pres">
      <dgm:prSet presAssocID="{F9211B53-375B-4464-86B7-6C128DAD5D9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09D8E7BC-FE87-4514-BDF6-681F56F61F96}" type="pres">
      <dgm:prSet presAssocID="{F9211B53-375B-4464-86B7-6C128DAD5D93}" presName="spaceRect" presStyleCnt="0"/>
      <dgm:spPr/>
    </dgm:pt>
    <dgm:pt modelId="{9D275D81-F8E3-4D5C-BEE2-2936DE7AB47F}" type="pres">
      <dgm:prSet presAssocID="{F9211B53-375B-4464-86B7-6C128DAD5D93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9BD69C08-645E-4DD1-9234-D7E4CB955862}" type="pres">
      <dgm:prSet presAssocID="{AFFB8784-5CAA-456A-9C77-B50C2345BBF0}" presName="sibTrans" presStyleCnt="0"/>
      <dgm:spPr/>
    </dgm:pt>
    <dgm:pt modelId="{28151668-B7D8-411E-AB99-20D9B5BDA42E}" type="pres">
      <dgm:prSet presAssocID="{E45CA8F3-87BF-416B-8238-0ED2A577D3C8}" presName="compNode" presStyleCnt="0"/>
      <dgm:spPr/>
    </dgm:pt>
    <dgm:pt modelId="{F21CA827-DD06-4459-8584-174B1B492ECE}" type="pres">
      <dgm:prSet presAssocID="{E45CA8F3-87BF-416B-8238-0ED2A577D3C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3390D1EE-2282-47DD-9E73-9F2AE3E01858}" type="pres">
      <dgm:prSet presAssocID="{E45CA8F3-87BF-416B-8238-0ED2A577D3C8}" presName="spaceRect" presStyleCnt="0"/>
      <dgm:spPr/>
    </dgm:pt>
    <dgm:pt modelId="{205F8DB6-5FED-4A43-A9A7-A9A3694A19FF}" type="pres">
      <dgm:prSet presAssocID="{E45CA8F3-87BF-416B-8238-0ED2A577D3C8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562E8C93-2244-4496-8A04-1F53AF769D06}" type="pres">
      <dgm:prSet presAssocID="{B199C2A3-A76A-496B-B621-E2A2D96BA43A}" presName="sibTrans" presStyleCnt="0"/>
      <dgm:spPr/>
    </dgm:pt>
    <dgm:pt modelId="{40794484-7CC0-48AE-8049-CA1D0F621A8B}" type="pres">
      <dgm:prSet presAssocID="{E22A30C0-ED82-4A0C-8069-297644767275}" presName="compNode" presStyleCnt="0"/>
      <dgm:spPr/>
    </dgm:pt>
    <dgm:pt modelId="{08CC0380-F561-4FE6-9C60-10A1A2C91639}" type="pres">
      <dgm:prSet presAssocID="{E22A30C0-ED82-4A0C-8069-29764476727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28E8AE5-F5EC-4856-B7CD-75D640CBDA3C}" type="pres">
      <dgm:prSet presAssocID="{E22A30C0-ED82-4A0C-8069-297644767275}" presName="spaceRect" presStyleCnt="0"/>
      <dgm:spPr/>
    </dgm:pt>
    <dgm:pt modelId="{B5E9FBDA-86DA-4A99-8154-76E3703373FC}" type="pres">
      <dgm:prSet presAssocID="{E22A30C0-ED82-4A0C-8069-297644767275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AD1118EE-4820-47CD-A283-A8D82535AF59}" type="presOf" srcId="{F9211B53-375B-4464-86B7-6C128DAD5D93}" destId="{9D275D81-F8E3-4D5C-BEE2-2936DE7AB47F}" srcOrd="0" destOrd="0" presId="urn:microsoft.com/office/officeart/2018/2/layout/IconLabelList"/>
    <dgm:cxn modelId="{1B9C4B38-A8FE-40B6-B6D6-00546B489125}" type="presOf" srcId="{E22A30C0-ED82-4A0C-8069-297644767275}" destId="{B5E9FBDA-86DA-4A99-8154-76E3703373FC}" srcOrd="0" destOrd="0" presId="urn:microsoft.com/office/officeart/2018/2/layout/IconLabelList"/>
    <dgm:cxn modelId="{A70624CE-906A-495F-9300-E1AA21B1BC98}" srcId="{3F19140E-ACCC-4390-8779-73A50387A65D}" destId="{F9211B53-375B-4464-86B7-6C128DAD5D93}" srcOrd="0" destOrd="0" parTransId="{D2B8577C-9F88-42C1-82A9-FDD1E4194ECC}" sibTransId="{AFFB8784-5CAA-456A-9C77-B50C2345BBF0}"/>
    <dgm:cxn modelId="{4F83D3A6-FEB7-4993-8317-B81FC2E27CDD}" srcId="{3F19140E-ACCC-4390-8779-73A50387A65D}" destId="{E22A30C0-ED82-4A0C-8069-297644767275}" srcOrd="2" destOrd="0" parTransId="{524F68E4-3ECA-4ADC-90C5-0885449E34A9}" sibTransId="{32993F1F-6B3D-4E77-9ABE-C8FD698A345C}"/>
    <dgm:cxn modelId="{BF9FC678-A0A7-4486-A29A-A720D6B99AD9}" type="presOf" srcId="{E45CA8F3-87BF-416B-8238-0ED2A577D3C8}" destId="{205F8DB6-5FED-4A43-A9A7-A9A3694A19FF}" srcOrd="0" destOrd="0" presId="urn:microsoft.com/office/officeart/2018/2/layout/IconLabelList"/>
    <dgm:cxn modelId="{A7B2F2E6-B555-4D39-BCF0-119BAABFC5FD}" srcId="{3F19140E-ACCC-4390-8779-73A50387A65D}" destId="{E45CA8F3-87BF-416B-8238-0ED2A577D3C8}" srcOrd="1" destOrd="0" parTransId="{C2CB959D-14F5-41A8-A8B6-CAD322EBAA16}" sibTransId="{B199C2A3-A76A-496B-B621-E2A2D96BA43A}"/>
    <dgm:cxn modelId="{CA395471-AF91-4AFF-8DE1-AF7C60D073D1}" type="presOf" srcId="{3F19140E-ACCC-4390-8779-73A50387A65D}" destId="{93B70C22-E103-4E3B-9BEF-E8C05A2B260C}" srcOrd="0" destOrd="0" presId="urn:microsoft.com/office/officeart/2018/2/layout/IconLabelList"/>
    <dgm:cxn modelId="{BFB87FE1-766D-4096-8211-3B93CFA24661}" type="presParOf" srcId="{93B70C22-E103-4E3B-9BEF-E8C05A2B260C}" destId="{6BB01842-DC0B-4770-8A0A-E225205AF152}" srcOrd="0" destOrd="0" presId="urn:microsoft.com/office/officeart/2018/2/layout/IconLabelList"/>
    <dgm:cxn modelId="{87B8519A-F28D-40CD-926A-2D64FE63225E}" type="presParOf" srcId="{6BB01842-DC0B-4770-8A0A-E225205AF152}" destId="{69DF1610-307E-4B9B-82F9-F141995FFAB4}" srcOrd="0" destOrd="0" presId="urn:microsoft.com/office/officeart/2018/2/layout/IconLabelList"/>
    <dgm:cxn modelId="{667F81DE-BFFE-4851-A183-0C46DB3F539B}" type="presParOf" srcId="{6BB01842-DC0B-4770-8A0A-E225205AF152}" destId="{09D8E7BC-FE87-4514-BDF6-681F56F61F96}" srcOrd="1" destOrd="0" presId="urn:microsoft.com/office/officeart/2018/2/layout/IconLabelList"/>
    <dgm:cxn modelId="{18FE0124-72A1-4604-8D95-077DDEFC8F2D}" type="presParOf" srcId="{6BB01842-DC0B-4770-8A0A-E225205AF152}" destId="{9D275D81-F8E3-4D5C-BEE2-2936DE7AB47F}" srcOrd="2" destOrd="0" presId="urn:microsoft.com/office/officeart/2018/2/layout/IconLabelList"/>
    <dgm:cxn modelId="{F2C7C80E-01EE-4003-A371-A2B7147C74C6}" type="presParOf" srcId="{93B70C22-E103-4E3B-9BEF-E8C05A2B260C}" destId="{9BD69C08-645E-4DD1-9234-D7E4CB955862}" srcOrd="1" destOrd="0" presId="urn:microsoft.com/office/officeart/2018/2/layout/IconLabelList"/>
    <dgm:cxn modelId="{0A5DA7EB-C6B6-4F6A-A097-E58875AD98CA}" type="presParOf" srcId="{93B70C22-E103-4E3B-9BEF-E8C05A2B260C}" destId="{28151668-B7D8-411E-AB99-20D9B5BDA42E}" srcOrd="2" destOrd="0" presId="urn:microsoft.com/office/officeart/2018/2/layout/IconLabelList"/>
    <dgm:cxn modelId="{D73C040C-3B03-46B0-A1FA-215D4CAE2FA8}" type="presParOf" srcId="{28151668-B7D8-411E-AB99-20D9B5BDA42E}" destId="{F21CA827-DD06-4459-8584-174B1B492ECE}" srcOrd="0" destOrd="0" presId="urn:microsoft.com/office/officeart/2018/2/layout/IconLabelList"/>
    <dgm:cxn modelId="{5B8A6C29-C2BC-4FF4-88FA-227F8C68071F}" type="presParOf" srcId="{28151668-B7D8-411E-AB99-20D9B5BDA42E}" destId="{3390D1EE-2282-47DD-9E73-9F2AE3E01858}" srcOrd="1" destOrd="0" presId="urn:microsoft.com/office/officeart/2018/2/layout/IconLabelList"/>
    <dgm:cxn modelId="{0740E6B6-AB33-4EAA-9707-AF58B766005E}" type="presParOf" srcId="{28151668-B7D8-411E-AB99-20D9B5BDA42E}" destId="{205F8DB6-5FED-4A43-A9A7-A9A3694A19FF}" srcOrd="2" destOrd="0" presId="urn:microsoft.com/office/officeart/2018/2/layout/IconLabelList"/>
    <dgm:cxn modelId="{4F0FF755-C72E-4381-A6BE-FAB884D6ACE4}" type="presParOf" srcId="{93B70C22-E103-4E3B-9BEF-E8C05A2B260C}" destId="{562E8C93-2244-4496-8A04-1F53AF769D06}" srcOrd="3" destOrd="0" presId="urn:microsoft.com/office/officeart/2018/2/layout/IconLabelList"/>
    <dgm:cxn modelId="{96A52B4C-6DE4-4140-9CC1-868430CE5E3E}" type="presParOf" srcId="{93B70C22-E103-4E3B-9BEF-E8C05A2B260C}" destId="{40794484-7CC0-48AE-8049-CA1D0F621A8B}" srcOrd="4" destOrd="0" presId="urn:microsoft.com/office/officeart/2018/2/layout/IconLabelList"/>
    <dgm:cxn modelId="{3804A73E-5CED-4B4F-B691-F0AA8A4BED6C}" type="presParOf" srcId="{40794484-7CC0-48AE-8049-CA1D0F621A8B}" destId="{08CC0380-F561-4FE6-9C60-10A1A2C91639}" srcOrd="0" destOrd="0" presId="urn:microsoft.com/office/officeart/2018/2/layout/IconLabelList"/>
    <dgm:cxn modelId="{9804565C-2D52-489F-A077-816E7114CD2C}" type="presParOf" srcId="{40794484-7CC0-48AE-8049-CA1D0F621A8B}" destId="{B28E8AE5-F5EC-4856-B7CD-75D640CBDA3C}" srcOrd="1" destOrd="0" presId="urn:microsoft.com/office/officeart/2018/2/layout/IconLabelList"/>
    <dgm:cxn modelId="{D36A205A-7080-4813-A05F-B41852DDF110}" type="presParOf" srcId="{40794484-7CC0-48AE-8049-CA1D0F621A8B}" destId="{B5E9FBDA-86DA-4A99-8154-76E3703373F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E7F6021-5814-4B09-9D80-6FEC64A29E8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49AD4D2-5CBA-4DFD-923C-C46B309BD10D}">
      <dgm:prSet/>
      <dgm:spPr/>
      <dgm:t>
        <a:bodyPr/>
        <a:lstStyle/>
        <a:p>
          <a:r>
            <a:rPr lang="en-US"/>
            <a:t>Ensures software quality and reliability.</a:t>
          </a:r>
        </a:p>
      </dgm:t>
    </dgm:pt>
    <dgm:pt modelId="{8E2D1B58-5512-4A8D-A964-E9FF2C6F2499}" type="parTrans" cxnId="{4B8D1A89-3055-4816-A87E-95CCB95B05C2}">
      <dgm:prSet/>
      <dgm:spPr/>
      <dgm:t>
        <a:bodyPr/>
        <a:lstStyle/>
        <a:p>
          <a:endParaRPr lang="en-US"/>
        </a:p>
      </dgm:t>
    </dgm:pt>
    <dgm:pt modelId="{8AF0738E-5CA3-4AB6-86A2-09E48B71E5D4}" type="sibTrans" cxnId="{4B8D1A89-3055-4816-A87E-95CCB95B05C2}">
      <dgm:prSet/>
      <dgm:spPr/>
      <dgm:t>
        <a:bodyPr/>
        <a:lstStyle/>
        <a:p>
          <a:endParaRPr lang="en-US"/>
        </a:p>
      </dgm:t>
    </dgm:pt>
    <dgm:pt modelId="{8640A65D-AD2D-4487-90A2-51158C52F2FB}">
      <dgm:prSet/>
      <dgm:spPr/>
      <dgm:t>
        <a:bodyPr/>
        <a:lstStyle/>
        <a:p>
          <a:r>
            <a:rPr lang="en-US"/>
            <a:t>Uses manual and automation testing tools.</a:t>
          </a:r>
        </a:p>
      </dgm:t>
    </dgm:pt>
    <dgm:pt modelId="{40D54022-65CB-48A8-9DC3-7F3DB7089A98}" type="parTrans" cxnId="{6108FA3E-02A2-4232-A139-C7AF59B1564F}">
      <dgm:prSet/>
      <dgm:spPr/>
      <dgm:t>
        <a:bodyPr/>
        <a:lstStyle/>
        <a:p>
          <a:endParaRPr lang="en-US"/>
        </a:p>
      </dgm:t>
    </dgm:pt>
    <dgm:pt modelId="{B4191912-EF29-412D-A818-4159A316066C}" type="sibTrans" cxnId="{6108FA3E-02A2-4232-A139-C7AF59B1564F}">
      <dgm:prSet/>
      <dgm:spPr/>
      <dgm:t>
        <a:bodyPr/>
        <a:lstStyle/>
        <a:p>
          <a:endParaRPr lang="en-US"/>
        </a:p>
      </dgm:t>
    </dgm:pt>
    <dgm:pt modelId="{0B72BAAA-20CA-4FFC-A187-F5B8A547D641}">
      <dgm:prSet/>
      <dgm:spPr/>
      <dgm:t>
        <a:bodyPr/>
        <a:lstStyle/>
        <a:p>
          <a:r>
            <a:rPr lang="en-US" b="1"/>
            <a:t>Examples:</a:t>
          </a:r>
          <a:r>
            <a:rPr lang="en-US"/>
            <a:t> Application testing before release</a:t>
          </a:r>
          <a:br>
            <a:rPr lang="en-US"/>
          </a:br>
          <a:r>
            <a:rPr lang="en-US"/>
            <a:t> </a:t>
          </a:r>
          <a:r>
            <a:rPr lang="en-US" b="1"/>
            <a:t>Careers:</a:t>
          </a:r>
          <a:r>
            <a:rPr lang="en-US"/>
            <a:t> QA Engineer, Automation Tester</a:t>
          </a:r>
        </a:p>
      </dgm:t>
    </dgm:pt>
    <dgm:pt modelId="{6A5FE1E9-082E-4901-AB9F-A3FB7FA7395E}" type="parTrans" cxnId="{627C811C-5999-437C-A6F8-46FA53FD4142}">
      <dgm:prSet/>
      <dgm:spPr/>
      <dgm:t>
        <a:bodyPr/>
        <a:lstStyle/>
        <a:p>
          <a:endParaRPr lang="en-US"/>
        </a:p>
      </dgm:t>
    </dgm:pt>
    <dgm:pt modelId="{B0BEA0A0-2E64-479E-BF33-94362113D137}" type="sibTrans" cxnId="{627C811C-5999-437C-A6F8-46FA53FD4142}">
      <dgm:prSet/>
      <dgm:spPr/>
      <dgm:t>
        <a:bodyPr/>
        <a:lstStyle/>
        <a:p>
          <a:endParaRPr lang="en-US"/>
        </a:p>
      </dgm:t>
    </dgm:pt>
    <dgm:pt modelId="{95791295-9E31-49FE-BA90-A5E4980A684E}" type="pres">
      <dgm:prSet presAssocID="{4E7F6021-5814-4B09-9D80-6FEC64A29E83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A3A8D8BF-7160-4D44-A351-DA81E65309E8}" type="pres">
      <dgm:prSet presAssocID="{F49AD4D2-5CBA-4DFD-923C-C46B309BD10D}" presName="compNode" presStyleCnt="0"/>
      <dgm:spPr/>
    </dgm:pt>
    <dgm:pt modelId="{048022C5-A7E6-411E-9433-5266AB4BB9CD}" type="pres">
      <dgm:prSet presAssocID="{F49AD4D2-5CBA-4DFD-923C-C46B309BD10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27F078AA-52CC-484D-ADCD-A653544E1052}" type="pres">
      <dgm:prSet presAssocID="{F49AD4D2-5CBA-4DFD-923C-C46B309BD10D}" presName="spaceRect" presStyleCnt="0"/>
      <dgm:spPr/>
    </dgm:pt>
    <dgm:pt modelId="{DB762E45-D3AA-42C1-93E8-BEA213C2D1CA}" type="pres">
      <dgm:prSet presAssocID="{F49AD4D2-5CBA-4DFD-923C-C46B309BD10D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8BBF4EEE-E1FA-40EC-A248-B718F7A47382}" type="pres">
      <dgm:prSet presAssocID="{8AF0738E-5CA3-4AB6-86A2-09E48B71E5D4}" presName="sibTrans" presStyleCnt="0"/>
      <dgm:spPr/>
    </dgm:pt>
    <dgm:pt modelId="{6C3BDA7B-B6F3-4F17-8FD0-2F6B677999CA}" type="pres">
      <dgm:prSet presAssocID="{8640A65D-AD2D-4487-90A2-51158C52F2FB}" presName="compNode" presStyleCnt="0"/>
      <dgm:spPr/>
    </dgm:pt>
    <dgm:pt modelId="{8E432F12-F5E2-4921-AAB6-221E7F98BF46}" type="pres">
      <dgm:prSet presAssocID="{8640A65D-AD2D-4487-90A2-51158C52F2F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9576076-CDB7-44AB-BC3A-05FEC181F837}" type="pres">
      <dgm:prSet presAssocID="{8640A65D-AD2D-4487-90A2-51158C52F2FB}" presName="spaceRect" presStyleCnt="0"/>
      <dgm:spPr/>
    </dgm:pt>
    <dgm:pt modelId="{9C698042-B022-4AF8-A4A9-6EF163A4F7BE}" type="pres">
      <dgm:prSet presAssocID="{8640A65D-AD2D-4487-90A2-51158C52F2FB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9D0D1D48-B596-43DB-9DA5-41C6E45C30BA}" type="pres">
      <dgm:prSet presAssocID="{B4191912-EF29-412D-A818-4159A316066C}" presName="sibTrans" presStyleCnt="0"/>
      <dgm:spPr/>
    </dgm:pt>
    <dgm:pt modelId="{1B3C4EC2-C215-4FAA-99E0-2F01BFDE1A11}" type="pres">
      <dgm:prSet presAssocID="{0B72BAAA-20CA-4FFC-A187-F5B8A547D641}" presName="compNode" presStyleCnt="0"/>
      <dgm:spPr/>
    </dgm:pt>
    <dgm:pt modelId="{D20C6C17-4A55-490F-9FBA-030C63057288}" type="pres">
      <dgm:prSet presAssocID="{0B72BAAA-20CA-4FFC-A187-F5B8A547D64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6EF1FBC-3DF3-4C06-BE00-967B75901D8D}" type="pres">
      <dgm:prSet presAssocID="{0B72BAAA-20CA-4FFC-A187-F5B8A547D641}" presName="spaceRect" presStyleCnt="0"/>
      <dgm:spPr/>
    </dgm:pt>
    <dgm:pt modelId="{C401D04B-6B60-4FB9-B7B6-91F76DA25DAC}" type="pres">
      <dgm:prSet presAssocID="{0B72BAAA-20CA-4FFC-A187-F5B8A547D641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4B8D1A89-3055-4816-A87E-95CCB95B05C2}" srcId="{4E7F6021-5814-4B09-9D80-6FEC64A29E83}" destId="{F49AD4D2-5CBA-4DFD-923C-C46B309BD10D}" srcOrd="0" destOrd="0" parTransId="{8E2D1B58-5512-4A8D-A964-E9FF2C6F2499}" sibTransId="{8AF0738E-5CA3-4AB6-86A2-09E48B71E5D4}"/>
    <dgm:cxn modelId="{40FE7EF1-3515-4809-88F0-FDDB1423592D}" type="presOf" srcId="{8640A65D-AD2D-4487-90A2-51158C52F2FB}" destId="{9C698042-B022-4AF8-A4A9-6EF163A4F7BE}" srcOrd="0" destOrd="0" presId="urn:microsoft.com/office/officeart/2018/2/layout/IconLabelList"/>
    <dgm:cxn modelId="{6108FA3E-02A2-4232-A139-C7AF59B1564F}" srcId="{4E7F6021-5814-4B09-9D80-6FEC64A29E83}" destId="{8640A65D-AD2D-4487-90A2-51158C52F2FB}" srcOrd="1" destOrd="0" parTransId="{40D54022-65CB-48A8-9DC3-7F3DB7089A98}" sibTransId="{B4191912-EF29-412D-A818-4159A316066C}"/>
    <dgm:cxn modelId="{199EDA1D-84BB-445F-A7E0-538759DABB6F}" type="presOf" srcId="{4E7F6021-5814-4B09-9D80-6FEC64A29E83}" destId="{95791295-9E31-49FE-BA90-A5E4980A684E}" srcOrd="0" destOrd="0" presId="urn:microsoft.com/office/officeart/2018/2/layout/IconLabelList"/>
    <dgm:cxn modelId="{E5051DB0-A938-4262-A97B-DEF86972D5C5}" type="presOf" srcId="{F49AD4D2-5CBA-4DFD-923C-C46B309BD10D}" destId="{DB762E45-D3AA-42C1-93E8-BEA213C2D1CA}" srcOrd="0" destOrd="0" presId="urn:microsoft.com/office/officeart/2018/2/layout/IconLabelList"/>
    <dgm:cxn modelId="{CEF62557-D824-4290-B72E-0D3660CE62B5}" type="presOf" srcId="{0B72BAAA-20CA-4FFC-A187-F5B8A547D641}" destId="{C401D04B-6B60-4FB9-B7B6-91F76DA25DAC}" srcOrd="0" destOrd="0" presId="urn:microsoft.com/office/officeart/2018/2/layout/IconLabelList"/>
    <dgm:cxn modelId="{627C811C-5999-437C-A6F8-46FA53FD4142}" srcId="{4E7F6021-5814-4B09-9D80-6FEC64A29E83}" destId="{0B72BAAA-20CA-4FFC-A187-F5B8A547D641}" srcOrd="2" destOrd="0" parTransId="{6A5FE1E9-082E-4901-AB9F-A3FB7FA7395E}" sibTransId="{B0BEA0A0-2E64-479E-BF33-94362113D137}"/>
    <dgm:cxn modelId="{C273F178-A343-4D06-80BF-0F0A98B9E5B6}" type="presParOf" srcId="{95791295-9E31-49FE-BA90-A5E4980A684E}" destId="{A3A8D8BF-7160-4D44-A351-DA81E65309E8}" srcOrd="0" destOrd="0" presId="urn:microsoft.com/office/officeart/2018/2/layout/IconLabelList"/>
    <dgm:cxn modelId="{412C9602-501D-4FD1-9259-391986FAB142}" type="presParOf" srcId="{A3A8D8BF-7160-4D44-A351-DA81E65309E8}" destId="{048022C5-A7E6-411E-9433-5266AB4BB9CD}" srcOrd="0" destOrd="0" presId="urn:microsoft.com/office/officeart/2018/2/layout/IconLabelList"/>
    <dgm:cxn modelId="{A3FD0C28-92ED-400F-9B48-5DF66169F9EB}" type="presParOf" srcId="{A3A8D8BF-7160-4D44-A351-DA81E65309E8}" destId="{27F078AA-52CC-484D-ADCD-A653544E1052}" srcOrd="1" destOrd="0" presId="urn:microsoft.com/office/officeart/2018/2/layout/IconLabelList"/>
    <dgm:cxn modelId="{0750C540-180A-4676-B885-F206F29A61C9}" type="presParOf" srcId="{A3A8D8BF-7160-4D44-A351-DA81E65309E8}" destId="{DB762E45-D3AA-42C1-93E8-BEA213C2D1CA}" srcOrd="2" destOrd="0" presId="urn:microsoft.com/office/officeart/2018/2/layout/IconLabelList"/>
    <dgm:cxn modelId="{031F3F61-199E-4FBD-82D1-FC648B6374BD}" type="presParOf" srcId="{95791295-9E31-49FE-BA90-A5E4980A684E}" destId="{8BBF4EEE-E1FA-40EC-A248-B718F7A47382}" srcOrd="1" destOrd="0" presId="urn:microsoft.com/office/officeart/2018/2/layout/IconLabelList"/>
    <dgm:cxn modelId="{86B9590B-EF65-4358-8724-932251503600}" type="presParOf" srcId="{95791295-9E31-49FE-BA90-A5E4980A684E}" destId="{6C3BDA7B-B6F3-4F17-8FD0-2F6B677999CA}" srcOrd="2" destOrd="0" presId="urn:microsoft.com/office/officeart/2018/2/layout/IconLabelList"/>
    <dgm:cxn modelId="{9625CF01-18DC-4BBF-A6D0-9CC66583F8A5}" type="presParOf" srcId="{6C3BDA7B-B6F3-4F17-8FD0-2F6B677999CA}" destId="{8E432F12-F5E2-4921-AAB6-221E7F98BF46}" srcOrd="0" destOrd="0" presId="urn:microsoft.com/office/officeart/2018/2/layout/IconLabelList"/>
    <dgm:cxn modelId="{2F41E8C8-ADBC-4C1B-8CB9-88EDF98342B0}" type="presParOf" srcId="{6C3BDA7B-B6F3-4F17-8FD0-2F6B677999CA}" destId="{99576076-CDB7-44AB-BC3A-05FEC181F837}" srcOrd="1" destOrd="0" presId="urn:microsoft.com/office/officeart/2018/2/layout/IconLabelList"/>
    <dgm:cxn modelId="{CFB774D2-4644-4D35-B3D4-181A66643F17}" type="presParOf" srcId="{6C3BDA7B-B6F3-4F17-8FD0-2F6B677999CA}" destId="{9C698042-B022-4AF8-A4A9-6EF163A4F7BE}" srcOrd="2" destOrd="0" presId="urn:microsoft.com/office/officeart/2018/2/layout/IconLabelList"/>
    <dgm:cxn modelId="{F20BE590-27C6-4C38-943F-23771B17754E}" type="presParOf" srcId="{95791295-9E31-49FE-BA90-A5E4980A684E}" destId="{9D0D1D48-B596-43DB-9DA5-41C6E45C30BA}" srcOrd="3" destOrd="0" presId="urn:microsoft.com/office/officeart/2018/2/layout/IconLabelList"/>
    <dgm:cxn modelId="{7493888D-5D72-40EA-87BC-4DBDED49DE30}" type="presParOf" srcId="{95791295-9E31-49FE-BA90-A5E4980A684E}" destId="{1B3C4EC2-C215-4FAA-99E0-2F01BFDE1A11}" srcOrd="4" destOrd="0" presId="urn:microsoft.com/office/officeart/2018/2/layout/IconLabelList"/>
    <dgm:cxn modelId="{92AEBFD7-3669-414B-97E8-8F3FBF7ADF19}" type="presParOf" srcId="{1B3C4EC2-C215-4FAA-99E0-2F01BFDE1A11}" destId="{D20C6C17-4A55-490F-9FBA-030C63057288}" srcOrd="0" destOrd="0" presId="urn:microsoft.com/office/officeart/2018/2/layout/IconLabelList"/>
    <dgm:cxn modelId="{2BD21C0F-7AF7-4698-BA39-32CF1F482879}" type="presParOf" srcId="{1B3C4EC2-C215-4FAA-99E0-2F01BFDE1A11}" destId="{86EF1FBC-3DF3-4C06-BE00-967B75901D8D}" srcOrd="1" destOrd="0" presId="urn:microsoft.com/office/officeart/2018/2/layout/IconLabelList"/>
    <dgm:cxn modelId="{63FA5786-BC13-4FCB-B8E0-ADB9E8973903}" type="presParOf" srcId="{1B3C4EC2-C215-4FAA-99E0-2F01BFDE1A11}" destId="{C401D04B-6B60-4FB9-B7B6-91F76DA25DA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1E77A20-E573-41F0-BB06-A7A58922B4B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01124B8-551E-47EF-8A20-7C5D320B9144}">
      <dgm:prSet/>
      <dgm:spPr/>
      <dgm:t>
        <a:bodyPr/>
        <a:lstStyle/>
        <a:p>
          <a:r>
            <a:rPr lang="en-US"/>
            <a:t>Software for business operations.</a:t>
          </a:r>
        </a:p>
      </dgm:t>
    </dgm:pt>
    <dgm:pt modelId="{7CE7C012-5DB7-4D84-AC8F-0DBD64C15682}" type="parTrans" cxnId="{292C8EDF-4BF6-4261-B7CC-E16EB2444D6A}">
      <dgm:prSet/>
      <dgm:spPr/>
      <dgm:t>
        <a:bodyPr/>
        <a:lstStyle/>
        <a:p>
          <a:endParaRPr lang="en-US"/>
        </a:p>
      </dgm:t>
    </dgm:pt>
    <dgm:pt modelId="{D7EE05DD-5C6C-47F2-BFA2-15298B0D7FBC}" type="sibTrans" cxnId="{292C8EDF-4BF6-4261-B7CC-E16EB2444D6A}">
      <dgm:prSet/>
      <dgm:spPr/>
      <dgm:t>
        <a:bodyPr/>
        <a:lstStyle/>
        <a:p>
          <a:endParaRPr lang="en-US"/>
        </a:p>
      </dgm:t>
    </dgm:pt>
    <dgm:pt modelId="{286C6C1C-E1D1-4F67-9F39-C430AEEBE742}">
      <dgm:prSet/>
      <dgm:spPr/>
      <dgm:t>
        <a:bodyPr/>
        <a:lstStyle/>
        <a:p>
          <a:r>
            <a:rPr lang="en-US"/>
            <a:t>Uses ERP, CRM systems (SAP, Zoho).</a:t>
          </a:r>
        </a:p>
      </dgm:t>
    </dgm:pt>
    <dgm:pt modelId="{12C4AAEC-727E-45A9-BEE4-4D643384E51C}" type="parTrans" cxnId="{60391E3C-D613-4A20-BB20-BB042B2F80AA}">
      <dgm:prSet/>
      <dgm:spPr/>
      <dgm:t>
        <a:bodyPr/>
        <a:lstStyle/>
        <a:p>
          <a:endParaRPr lang="en-US"/>
        </a:p>
      </dgm:t>
    </dgm:pt>
    <dgm:pt modelId="{1148EA14-D96E-4D51-AC10-697AE36B5769}" type="sibTrans" cxnId="{60391E3C-D613-4A20-BB20-BB042B2F80AA}">
      <dgm:prSet/>
      <dgm:spPr/>
      <dgm:t>
        <a:bodyPr/>
        <a:lstStyle/>
        <a:p>
          <a:endParaRPr lang="en-US"/>
        </a:p>
      </dgm:t>
    </dgm:pt>
    <dgm:pt modelId="{F590D397-11B3-4009-8AF2-6F28DD7726B6}">
      <dgm:prSet/>
      <dgm:spPr/>
      <dgm:t>
        <a:bodyPr/>
        <a:lstStyle/>
        <a:p>
          <a:r>
            <a:rPr lang="en-US" b="1"/>
            <a:t>Examples:</a:t>
          </a:r>
          <a:r>
            <a:rPr lang="en-US"/>
            <a:t> HR, payroll, finance systems</a:t>
          </a:r>
          <a:br>
            <a:rPr lang="en-US"/>
          </a:br>
          <a:r>
            <a:rPr lang="en-US"/>
            <a:t> </a:t>
          </a:r>
          <a:r>
            <a:rPr lang="en-US" b="1"/>
            <a:t>Careers:</a:t>
          </a:r>
          <a:r>
            <a:rPr lang="en-US"/>
            <a:t> ERP Consultant, Business Analyst</a:t>
          </a:r>
        </a:p>
      </dgm:t>
    </dgm:pt>
    <dgm:pt modelId="{DC9123B4-6D1E-4D96-8310-423FFD72D06A}" type="parTrans" cxnId="{7AE0F9A7-5559-4425-B4E6-62D8415D7473}">
      <dgm:prSet/>
      <dgm:spPr/>
      <dgm:t>
        <a:bodyPr/>
        <a:lstStyle/>
        <a:p>
          <a:endParaRPr lang="en-US"/>
        </a:p>
      </dgm:t>
    </dgm:pt>
    <dgm:pt modelId="{0D78D480-F83A-4AFE-9A36-B9E06E37E4C3}" type="sibTrans" cxnId="{7AE0F9A7-5559-4425-B4E6-62D8415D7473}">
      <dgm:prSet/>
      <dgm:spPr/>
      <dgm:t>
        <a:bodyPr/>
        <a:lstStyle/>
        <a:p>
          <a:endParaRPr lang="en-US"/>
        </a:p>
      </dgm:t>
    </dgm:pt>
    <dgm:pt modelId="{DF19A0C7-3511-4C41-88A0-4E9EE585BA14}" type="pres">
      <dgm:prSet presAssocID="{81E77A20-E573-41F0-BB06-A7A58922B4B2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051BD791-21E7-4EA6-BD59-FDE65C9702B3}" type="pres">
      <dgm:prSet presAssocID="{201124B8-551E-47EF-8A20-7C5D320B9144}" presName="compNode" presStyleCnt="0"/>
      <dgm:spPr/>
    </dgm:pt>
    <dgm:pt modelId="{7C7633F2-2D9A-4649-B3E1-52DBF26FE38A}" type="pres">
      <dgm:prSet presAssocID="{201124B8-551E-47EF-8A20-7C5D320B914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631853E-CA9F-4CF5-A201-C7EC48C6FAAF}" type="pres">
      <dgm:prSet presAssocID="{201124B8-551E-47EF-8A20-7C5D320B9144}" presName="spaceRect" presStyleCnt="0"/>
      <dgm:spPr/>
    </dgm:pt>
    <dgm:pt modelId="{1EC41880-1E99-43DB-8EEC-D788FA08FE2E}" type="pres">
      <dgm:prSet presAssocID="{201124B8-551E-47EF-8A20-7C5D320B9144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5F075FCC-179B-4E2B-B436-85C2890DF7FF}" type="pres">
      <dgm:prSet presAssocID="{D7EE05DD-5C6C-47F2-BFA2-15298B0D7FBC}" presName="sibTrans" presStyleCnt="0"/>
      <dgm:spPr/>
    </dgm:pt>
    <dgm:pt modelId="{DF531514-89FE-4966-AB43-2F7CBE2A28EB}" type="pres">
      <dgm:prSet presAssocID="{286C6C1C-E1D1-4F67-9F39-C430AEEBE742}" presName="compNode" presStyleCnt="0"/>
      <dgm:spPr/>
    </dgm:pt>
    <dgm:pt modelId="{CF6C8220-A50A-4A28-B973-F4D8DC3581A6}" type="pres">
      <dgm:prSet presAssocID="{286C6C1C-E1D1-4F67-9F39-C430AEEBE74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ADD7EF6-1A2F-42C7-8D6D-B01C6D143FB1}" type="pres">
      <dgm:prSet presAssocID="{286C6C1C-E1D1-4F67-9F39-C430AEEBE742}" presName="spaceRect" presStyleCnt="0"/>
      <dgm:spPr/>
    </dgm:pt>
    <dgm:pt modelId="{972EE6D7-2713-438C-95E6-03734C478222}" type="pres">
      <dgm:prSet presAssocID="{286C6C1C-E1D1-4F67-9F39-C430AEEBE742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42C570B8-2001-4A41-995B-35C5BD675B45}" type="pres">
      <dgm:prSet presAssocID="{1148EA14-D96E-4D51-AC10-697AE36B5769}" presName="sibTrans" presStyleCnt="0"/>
      <dgm:spPr/>
    </dgm:pt>
    <dgm:pt modelId="{A7662821-F58B-46CE-BAC8-7A0AFF82E89A}" type="pres">
      <dgm:prSet presAssocID="{F590D397-11B3-4009-8AF2-6F28DD7726B6}" presName="compNode" presStyleCnt="0"/>
      <dgm:spPr/>
    </dgm:pt>
    <dgm:pt modelId="{3BB26B75-0D86-432E-ADC3-9CD84FEBEBC5}" type="pres">
      <dgm:prSet presAssocID="{F590D397-11B3-4009-8AF2-6F28DD7726B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FD80CE39-4407-457A-BD5C-6FCADC217C77}" type="pres">
      <dgm:prSet presAssocID="{F590D397-11B3-4009-8AF2-6F28DD7726B6}" presName="spaceRect" presStyleCnt="0"/>
      <dgm:spPr/>
    </dgm:pt>
    <dgm:pt modelId="{D01C067B-9E68-489C-8A0F-0419B7871A22}" type="pres">
      <dgm:prSet presAssocID="{F590D397-11B3-4009-8AF2-6F28DD7726B6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7AE0F9A7-5559-4425-B4E6-62D8415D7473}" srcId="{81E77A20-E573-41F0-BB06-A7A58922B4B2}" destId="{F590D397-11B3-4009-8AF2-6F28DD7726B6}" srcOrd="2" destOrd="0" parTransId="{DC9123B4-6D1E-4D96-8310-423FFD72D06A}" sibTransId="{0D78D480-F83A-4AFE-9A36-B9E06E37E4C3}"/>
    <dgm:cxn modelId="{057328B9-7CBD-4D1E-B06F-D7862FCC1544}" type="presOf" srcId="{81E77A20-E573-41F0-BB06-A7A58922B4B2}" destId="{DF19A0C7-3511-4C41-88A0-4E9EE585BA14}" srcOrd="0" destOrd="0" presId="urn:microsoft.com/office/officeart/2018/2/layout/IconLabelList"/>
    <dgm:cxn modelId="{1CD899CD-F392-4481-93CA-A93D7E5B715D}" type="presOf" srcId="{201124B8-551E-47EF-8A20-7C5D320B9144}" destId="{1EC41880-1E99-43DB-8EEC-D788FA08FE2E}" srcOrd="0" destOrd="0" presId="urn:microsoft.com/office/officeart/2018/2/layout/IconLabelList"/>
    <dgm:cxn modelId="{60391E3C-D613-4A20-BB20-BB042B2F80AA}" srcId="{81E77A20-E573-41F0-BB06-A7A58922B4B2}" destId="{286C6C1C-E1D1-4F67-9F39-C430AEEBE742}" srcOrd="1" destOrd="0" parTransId="{12C4AAEC-727E-45A9-BEE4-4D643384E51C}" sibTransId="{1148EA14-D96E-4D51-AC10-697AE36B5769}"/>
    <dgm:cxn modelId="{292C8EDF-4BF6-4261-B7CC-E16EB2444D6A}" srcId="{81E77A20-E573-41F0-BB06-A7A58922B4B2}" destId="{201124B8-551E-47EF-8A20-7C5D320B9144}" srcOrd="0" destOrd="0" parTransId="{7CE7C012-5DB7-4D84-AC8F-0DBD64C15682}" sibTransId="{D7EE05DD-5C6C-47F2-BFA2-15298B0D7FBC}"/>
    <dgm:cxn modelId="{546BDBE8-E8DC-4F1B-835C-D3F63EFA5EDE}" type="presOf" srcId="{286C6C1C-E1D1-4F67-9F39-C430AEEBE742}" destId="{972EE6D7-2713-438C-95E6-03734C478222}" srcOrd="0" destOrd="0" presId="urn:microsoft.com/office/officeart/2018/2/layout/IconLabelList"/>
    <dgm:cxn modelId="{743EFDB0-66D6-4225-B6C0-6C5B6DD55DBF}" type="presOf" srcId="{F590D397-11B3-4009-8AF2-6F28DD7726B6}" destId="{D01C067B-9E68-489C-8A0F-0419B7871A22}" srcOrd="0" destOrd="0" presId="urn:microsoft.com/office/officeart/2018/2/layout/IconLabelList"/>
    <dgm:cxn modelId="{79B01A10-8B5C-4FA3-B7DB-0F9F49632635}" type="presParOf" srcId="{DF19A0C7-3511-4C41-88A0-4E9EE585BA14}" destId="{051BD791-21E7-4EA6-BD59-FDE65C9702B3}" srcOrd="0" destOrd="0" presId="urn:microsoft.com/office/officeart/2018/2/layout/IconLabelList"/>
    <dgm:cxn modelId="{F68D22A5-AD94-4635-BD67-17148B20F68B}" type="presParOf" srcId="{051BD791-21E7-4EA6-BD59-FDE65C9702B3}" destId="{7C7633F2-2D9A-4649-B3E1-52DBF26FE38A}" srcOrd="0" destOrd="0" presId="urn:microsoft.com/office/officeart/2018/2/layout/IconLabelList"/>
    <dgm:cxn modelId="{E6C96748-3EC1-4483-883B-EAB20E523B66}" type="presParOf" srcId="{051BD791-21E7-4EA6-BD59-FDE65C9702B3}" destId="{D631853E-CA9F-4CF5-A201-C7EC48C6FAAF}" srcOrd="1" destOrd="0" presId="urn:microsoft.com/office/officeart/2018/2/layout/IconLabelList"/>
    <dgm:cxn modelId="{D23AD283-7287-412C-AE7E-090BD2563E0B}" type="presParOf" srcId="{051BD791-21E7-4EA6-BD59-FDE65C9702B3}" destId="{1EC41880-1E99-43DB-8EEC-D788FA08FE2E}" srcOrd="2" destOrd="0" presId="urn:microsoft.com/office/officeart/2018/2/layout/IconLabelList"/>
    <dgm:cxn modelId="{F10F0910-DC07-45C0-800C-A9A356EF0630}" type="presParOf" srcId="{DF19A0C7-3511-4C41-88A0-4E9EE585BA14}" destId="{5F075FCC-179B-4E2B-B436-85C2890DF7FF}" srcOrd="1" destOrd="0" presId="urn:microsoft.com/office/officeart/2018/2/layout/IconLabelList"/>
    <dgm:cxn modelId="{73EE3D62-B427-49B5-A044-D3A5E1BA06E4}" type="presParOf" srcId="{DF19A0C7-3511-4C41-88A0-4E9EE585BA14}" destId="{DF531514-89FE-4966-AB43-2F7CBE2A28EB}" srcOrd="2" destOrd="0" presId="urn:microsoft.com/office/officeart/2018/2/layout/IconLabelList"/>
    <dgm:cxn modelId="{CBE4945D-CFBB-44DA-9543-ECA351C476A7}" type="presParOf" srcId="{DF531514-89FE-4966-AB43-2F7CBE2A28EB}" destId="{CF6C8220-A50A-4A28-B973-F4D8DC3581A6}" srcOrd="0" destOrd="0" presId="urn:microsoft.com/office/officeart/2018/2/layout/IconLabelList"/>
    <dgm:cxn modelId="{8715B7A6-43D3-478B-952C-6267299D4E68}" type="presParOf" srcId="{DF531514-89FE-4966-AB43-2F7CBE2A28EB}" destId="{DADD7EF6-1A2F-42C7-8D6D-B01C6D143FB1}" srcOrd="1" destOrd="0" presId="urn:microsoft.com/office/officeart/2018/2/layout/IconLabelList"/>
    <dgm:cxn modelId="{4F92C5D0-8FF9-4B4A-A2A5-FA78640A43F0}" type="presParOf" srcId="{DF531514-89FE-4966-AB43-2F7CBE2A28EB}" destId="{972EE6D7-2713-438C-95E6-03734C478222}" srcOrd="2" destOrd="0" presId="urn:microsoft.com/office/officeart/2018/2/layout/IconLabelList"/>
    <dgm:cxn modelId="{661165C4-B3E5-4F18-9481-A2CD77FC693F}" type="presParOf" srcId="{DF19A0C7-3511-4C41-88A0-4E9EE585BA14}" destId="{42C570B8-2001-4A41-995B-35C5BD675B45}" srcOrd="3" destOrd="0" presId="urn:microsoft.com/office/officeart/2018/2/layout/IconLabelList"/>
    <dgm:cxn modelId="{E1F37AD2-5C19-4E5A-84DC-BCA2E05ADBB5}" type="presParOf" srcId="{DF19A0C7-3511-4C41-88A0-4E9EE585BA14}" destId="{A7662821-F58B-46CE-BAC8-7A0AFF82E89A}" srcOrd="4" destOrd="0" presId="urn:microsoft.com/office/officeart/2018/2/layout/IconLabelList"/>
    <dgm:cxn modelId="{CA98F8FC-0F41-4AAD-8213-7F1DAB111CE6}" type="presParOf" srcId="{A7662821-F58B-46CE-BAC8-7A0AFF82E89A}" destId="{3BB26B75-0D86-432E-ADC3-9CD84FEBEBC5}" srcOrd="0" destOrd="0" presId="urn:microsoft.com/office/officeart/2018/2/layout/IconLabelList"/>
    <dgm:cxn modelId="{6ECFEC57-DF96-42E3-A986-8C3280991B52}" type="presParOf" srcId="{A7662821-F58B-46CE-BAC8-7A0AFF82E89A}" destId="{FD80CE39-4407-457A-BD5C-6FCADC217C77}" srcOrd="1" destOrd="0" presId="urn:microsoft.com/office/officeart/2018/2/layout/IconLabelList"/>
    <dgm:cxn modelId="{024BA2AE-7B42-4F38-83CC-D7C85E5FF364}" type="presParOf" srcId="{A7662821-F58B-46CE-BAC8-7A0AFF82E89A}" destId="{D01C067B-9E68-489C-8A0F-0419B7871A2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5985671-905F-4F13-B316-F3A5C1F4542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21779C-B859-49E9-B3F4-E914CE5E7C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Aptitude Test</a:t>
          </a:r>
          <a:r>
            <a:rPr lang="en-US"/>
            <a:t> – Logical, quantitative, verbal skills</a:t>
          </a:r>
        </a:p>
      </dgm:t>
    </dgm:pt>
    <dgm:pt modelId="{ACEB265C-0E10-4F91-BA51-32C2B04B1B61}" type="parTrans" cxnId="{DC301E22-F3B5-4751-8B13-C37E21BE4A16}">
      <dgm:prSet/>
      <dgm:spPr/>
      <dgm:t>
        <a:bodyPr/>
        <a:lstStyle/>
        <a:p>
          <a:endParaRPr lang="en-US"/>
        </a:p>
      </dgm:t>
    </dgm:pt>
    <dgm:pt modelId="{DF4ABA91-A757-408C-9181-1ECA6DC75327}" type="sibTrans" cxnId="{DC301E22-F3B5-4751-8B13-C37E21BE4A16}">
      <dgm:prSet/>
      <dgm:spPr/>
      <dgm:t>
        <a:bodyPr/>
        <a:lstStyle/>
        <a:p>
          <a:endParaRPr lang="en-US"/>
        </a:p>
      </dgm:t>
    </dgm:pt>
    <dgm:pt modelId="{54BAC3C2-04FC-4DB1-89F7-508D17A1DF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Technical Round</a:t>
          </a:r>
          <a:r>
            <a:rPr lang="en-US"/>
            <a:t> – Core subjects, coding, problem solving</a:t>
          </a:r>
        </a:p>
      </dgm:t>
    </dgm:pt>
    <dgm:pt modelId="{BEEAF4B0-9A4F-456E-9C3B-6E8ACD6EFEA2}" type="parTrans" cxnId="{E3BDE621-F5A5-471E-BA67-E9FD470F9A39}">
      <dgm:prSet/>
      <dgm:spPr/>
      <dgm:t>
        <a:bodyPr/>
        <a:lstStyle/>
        <a:p>
          <a:endParaRPr lang="en-US"/>
        </a:p>
      </dgm:t>
    </dgm:pt>
    <dgm:pt modelId="{C00BADF1-C2F6-4655-8CE1-456FA7AEC534}" type="sibTrans" cxnId="{E3BDE621-F5A5-471E-BA67-E9FD470F9A39}">
      <dgm:prSet/>
      <dgm:spPr/>
      <dgm:t>
        <a:bodyPr/>
        <a:lstStyle/>
        <a:p>
          <a:endParaRPr lang="en-US"/>
        </a:p>
      </dgm:t>
    </dgm:pt>
    <dgm:pt modelId="{31CFFB15-9DE9-4779-AFD3-B4E300CE7F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HR / Managerial Round</a:t>
          </a:r>
          <a:r>
            <a:rPr lang="en-US"/>
            <a:t> – Communication, attitude, culture fit</a:t>
          </a:r>
        </a:p>
      </dgm:t>
    </dgm:pt>
    <dgm:pt modelId="{50688547-86B4-4079-B8DA-61DA6C44225F}" type="parTrans" cxnId="{F3EB095F-F4A9-4C87-9AFB-E7DF3B54F7BD}">
      <dgm:prSet/>
      <dgm:spPr/>
      <dgm:t>
        <a:bodyPr/>
        <a:lstStyle/>
        <a:p>
          <a:endParaRPr lang="en-US"/>
        </a:p>
      </dgm:t>
    </dgm:pt>
    <dgm:pt modelId="{F57EFBB3-834F-4DF0-9B47-E0FB9EB38AB8}" type="sibTrans" cxnId="{F3EB095F-F4A9-4C87-9AFB-E7DF3B54F7BD}">
      <dgm:prSet/>
      <dgm:spPr/>
      <dgm:t>
        <a:bodyPr/>
        <a:lstStyle/>
        <a:p>
          <a:endParaRPr lang="en-US"/>
        </a:p>
      </dgm:t>
    </dgm:pt>
    <dgm:pt modelId="{3CE9DBFD-F163-4B0B-A342-BF4400421896}" type="pres">
      <dgm:prSet presAssocID="{65985671-905F-4F13-B316-F3A5C1F45425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F0C56CCF-4DB2-47DD-BB82-1C3CB918B8F3}" type="pres">
      <dgm:prSet presAssocID="{6C21779C-B859-49E9-B3F4-E914CE5E7C22}" presName="compNode" presStyleCnt="0"/>
      <dgm:spPr/>
    </dgm:pt>
    <dgm:pt modelId="{E6A1EA68-5510-4220-8456-B7585BC6C857}" type="pres">
      <dgm:prSet presAssocID="{6C21779C-B859-49E9-B3F4-E914CE5E7C2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9E09507-7B9B-42D2-B1AD-E4D937A9FDF4}" type="pres">
      <dgm:prSet presAssocID="{6C21779C-B859-49E9-B3F4-E914CE5E7C22}" presName="spaceRect" presStyleCnt="0"/>
      <dgm:spPr/>
    </dgm:pt>
    <dgm:pt modelId="{5DF68995-3200-4621-BD87-2BEE49FBB9DA}" type="pres">
      <dgm:prSet presAssocID="{6C21779C-B859-49E9-B3F4-E914CE5E7C22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EB06FA16-C92A-4366-B22C-F62FA75E1878}" type="pres">
      <dgm:prSet presAssocID="{DF4ABA91-A757-408C-9181-1ECA6DC75327}" presName="sibTrans" presStyleCnt="0"/>
      <dgm:spPr/>
    </dgm:pt>
    <dgm:pt modelId="{BD6E9124-6BB9-4204-936A-858E383B7191}" type="pres">
      <dgm:prSet presAssocID="{54BAC3C2-04FC-4DB1-89F7-508D17A1DF52}" presName="compNode" presStyleCnt="0"/>
      <dgm:spPr/>
    </dgm:pt>
    <dgm:pt modelId="{93A8C587-0D5E-4F14-A172-0DCCDF81F6E7}" type="pres">
      <dgm:prSet presAssocID="{54BAC3C2-04FC-4DB1-89F7-508D17A1DF5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CD1052A9-DD9E-4A22-A528-8B1FCA7E2A60}" type="pres">
      <dgm:prSet presAssocID="{54BAC3C2-04FC-4DB1-89F7-508D17A1DF52}" presName="spaceRect" presStyleCnt="0"/>
      <dgm:spPr/>
    </dgm:pt>
    <dgm:pt modelId="{A1CD26B4-5134-45F4-9559-EB060562CC73}" type="pres">
      <dgm:prSet presAssocID="{54BAC3C2-04FC-4DB1-89F7-508D17A1DF52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B1557035-81D7-444A-B6C3-384B0FA978D8}" type="pres">
      <dgm:prSet presAssocID="{C00BADF1-C2F6-4655-8CE1-456FA7AEC534}" presName="sibTrans" presStyleCnt="0"/>
      <dgm:spPr/>
    </dgm:pt>
    <dgm:pt modelId="{B45EF03B-A0AF-421B-8FE8-EC954D5E05E4}" type="pres">
      <dgm:prSet presAssocID="{31CFFB15-9DE9-4779-AFD3-B4E300CE7FD8}" presName="compNode" presStyleCnt="0"/>
      <dgm:spPr/>
    </dgm:pt>
    <dgm:pt modelId="{8B38AF00-2028-419A-ACDD-136D190F8B6B}" type="pres">
      <dgm:prSet presAssocID="{31CFFB15-9DE9-4779-AFD3-B4E300CE7FD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055D5E0A-F308-4870-A26A-C9F7B64CEFB8}" type="pres">
      <dgm:prSet presAssocID="{31CFFB15-9DE9-4779-AFD3-B4E300CE7FD8}" presName="spaceRect" presStyleCnt="0"/>
      <dgm:spPr/>
    </dgm:pt>
    <dgm:pt modelId="{CF5E260D-1BA5-4740-9A6D-4620D72C0267}" type="pres">
      <dgm:prSet presAssocID="{31CFFB15-9DE9-4779-AFD3-B4E300CE7FD8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E59B17C5-CED4-4308-B023-2B7E958889E8}" type="presOf" srcId="{6C21779C-B859-49E9-B3F4-E914CE5E7C22}" destId="{5DF68995-3200-4621-BD87-2BEE49FBB9DA}" srcOrd="0" destOrd="0" presId="urn:microsoft.com/office/officeart/2018/2/layout/IconLabelList"/>
    <dgm:cxn modelId="{FB77F43A-373A-4D5B-A660-FBE4B151B32F}" type="presOf" srcId="{54BAC3C2-04FC-4DB1-89F7-508D17A1DF52}" destId="{A1CD26B4-5134-45F4-9559-EB060562CC73}" srcOrd="0" destOrd="0" presId="urn:microsoft.com/office/officeart/2018/2/layout/IconLabelList"/>
    <dgm:cxn modelId="{E3BDE621-F5A5-471E-BA67-E9FD470F9A39}" srcId="{65985671-905F-4F13-B316-F3A5C1F45425}" destId="{54BAC3C2-04FC-4DB1-89F7-508D17A1DF52}" srcOrd="1" destOrd="0" parTransId="{BEEAF4B0-9A4F-456E-9C3B-6E8ACD6EFEA2}" sibTransId="{C00BADF1-C2F6-4655-8CE1-456FA7AEC534}"/>
    <dgm:cxn modelId="{F3EB095F-F4A9-4C87-9AFB-E7DF3B54F7BD}" srcId="{65985671-905F-4F13-B316-F3A5C1F45425}" destId="{31CFFB15-9DE9-4779-AFD3-B4E300CE7FD8}" srcOrd="2" destOrd="0" parTransId="{50688547-86B4-4079-B8DA-61DA6C44225F}" sibTransId="{F57EFBB3-834F-4DF0-9B47-E0FB9EB38AB8}"/>
    <dgm:cxn modelId="{0095A572-4BEB-4A2F-815F-1BF4E8452A1D}" type="presOf" srcId="{65985671-905F-4F13-B316-F3A5C1F45425}" destId="{3CE9DBFD-F163-4B0B-A342-BF4400421896}" srcOrd="0" destOrd="0" presId="urn:microsoft.com/office/officeart/2018/2/layout/IconLabelList"/>
    <dgm:cxn modelId="{EDB1A865-0D57-445B-8F1A-4D1F28B9DE51}" type="presOf" srcId="{31CFFB15-9DE9-4779-AFD3-B4E300CE7FD8}" destId="{CF5E260D-1BA5-4740-9A6D-4620D72C0267}" srcOrd="0" destOrd="0" presId="urn:microsoft.com/office/officeart/2018/2/layout/IconLabelList"/>
    <dgm:cxn modelId="{DC301E22-F3B5-4751-8B13-C37E21BE4A16}" srcId="{65985671-905F-4F13-B316-F3A5C1F45425}" destId="{6C21779C-B859-49E9-B3F4-E914CE5E7C22}" srcOrd="0" destOrd="0" parTransId="{ACEB265C-0E10-4F91-BA51-32C2B04B1B61}" sibTransId="{DF4ABA91-A757-408C-9181-1ECA6DC75327}"/>
    <dgm:cxn modelId="{E14FC947-5F3B-4BDF-91A6-17570E392AE3}" type="presParOf" srcId="{3CE9DBFD-F163-4B0B-A342-BF4400421896}" destId="{F0C56CCF-4DB2-47DD-BB82-1C3CB918B8F3}" srcOrd="0" destOrd="0" presId="urn:microsoft.com/office/officeart/2018/2/layout/IconLabelList"/>
    <dgm:cxn modelId="{4F99D99F-F02B-4853-872E-833B738FBA8E}" type="presParOf" srcId="{F0C56CCF-4DB2-47DD-BB82-1C3CB918B8F3}" destId="{E6A1EA68-5510-4220-8456-B7585BC6C857}" srcOrd="0" destOrd="0" presId="urn:microsoft.com/office/officeart/2018/2/layout/IconLabelList"/>
    <dgm:cxn modelId="{7389B3AE-695A-40D7-9861-DAC34BF69370}" type="presParOf" srcId="{F0C56CCF-4DB2-47DD-BB82-1C3CB918B8F3}" destId="{39E09507-7B9B-42D2-B1AD-E4D937A9FDF4}" srcOrd="1" destOrd="0" presId="urn:microsoft.com/office/officeart/2018/2/layout/IconLabelList"/>
    <dgm:cxn modelId="{7923FA32-9294-45CD-AACF-47E4073A54FF}" type="presParOf" srcId="{F0C56CCF-4DB2-47DD-BB82-1C3CB918B8F3}" destId="{5DF68995-3200-4621-BD87-2BEE49FBB9DA}" srcOrd="2" destOrd="0" presId="urn:microsoft.com/office/officeart/2018/2/layout/IconLabelList"/>
    <dgm:cxn modelId="{3173A931-BE24-4A45-9CAC-44C8725FB19A}" type="presParOf" srcId="{3CE9DBFD-F163-4B0B-A342-BF4400421896}" destId="{EB06FA16-C92A-4366-B22C-F62FA75E1878}" srcOrd="1" destOrd="0" presId="urn:microsoft.com/office/officeart/2018/2/layout/IconLabelList"/>
    <dgm:cxn modelId="{AE07C127-F036-4623-9211-37BAD38F2BB6}" type="presParOf" srcId="{3CE9DBFD-F163-4B0B-A342-BF4400421896}" destId="{BD6E9124-6BB9-4204-936A-858E383B7191}" srcOrd="2" destOrd="0" presId="urn:microsoft.com/office/officeart/2018/2/layout/IconLabelList"/>
    <dgm:cxn modelId="{6ED5E4C0-1132-484C-8FA3-008FD9CEF2D6}" type="presParOf" srcId="{BD6E9124-6BB9-4204-936A-858E383B7191}" destId="{93A8C587-0D5E-4F14-A172-0DCCDF81F6E7}" srcOrd="0" destOrd="0" presId="urn:microsoft.com/office/officeart/2018/2/layout/IconLabelList"/>
    <dgm:cxn modelId="{CD8B0B0F-8703-4AC3-B973-D33D4921F2CE}" type="presParOf" srcId="{BD6E9124-6BB9-4204-936A-858E383B7191}" destId="{CD1052A9-DD9E-4A22-A528-8B1FCA7E2A60}" srcOrd="1" destOrd="0" presId="urn:microsoft.com/office/officeart/2018/2/layout/IconLabelList"/>
    <dgm:cxn modelId="{DA20210A-E318-4A3C-BC32-8430C7579A0F}" type="presParOf" srcId="{BD6E9124-6BB9-4204-936A-858E383B7191}" destId="{A1CD26B4-5134-45F4-9559-EB060562CC73}" srcOrd="2" destOrd="0" presId="urn:microsoft.com/office/officeart/2018/2/layout/IconLabelList"/>
    <dgm:cxn modelId="{14D46EDA-9DEE-42F8-9519-8C5C9FA289FC}" type="presParOf" srcId="{3CE9DBFD-F163-4B0B-A342-BF4400421896}" destId="{B1557035-81D7-444A-B6C3-384B0FA978D8}" srcOrd="3" destOrd="0" presId="urn:microsoft.com/office/officeart/2018/2/layout/IconLabelList"/>
    <dgm:cxn modelId="{E82E9949-E0B8-41E6-BC90-AECA03DBA666}" type="presParOf" srcId="{3CE9DBFD-F163-4B0B-A342-BF4400421896}" destId="{B45EF03B-A0AF-421B-8FE8-EC954D5E05E4}" srcOrd="4" destOrd="0" presId="urn:microsoft.com/office/officeart/2018/2/layout/IconLabelList"/>
    <dgm:cxn modelId="{AB466683-A2FA-4471-82FB-79CF55780FED}" type="presParOf" srcId="{B45EF03B-A0AF-421B-8FE8-EC954D5E05E4}" destId="{8B38AF00-2028-419A-ACDD-136D190F8B6B}" srcOrd="0" destOrd="0" presId="urn:microsoft.com/office/officeart/2018/2/layout/IconLabelList"/>
    <dgm:cxn modelId="{980CD4BF-F03C-4D71-B18B-8F3513CD7CD1}" type="presParOf" srcId="{B45EF03B-A0AF-421B-8FE8-EC954D5E05E4}" destId="{055D5E0A-F308-4870-A26A-C9F7B64CEFB8}" srcOrd="1" destOrd="0" presId="urn:microsoft.com/office/officeart/2018/2/layout/IconLabelList"/>
    <dgm:cxn modelId="{45F29E85-6FA2-4A32-8916-2F00629CF2B8}" type="presParOf" srcId="{B45EF03B-A0AF-421B-8FE8-EC954D5E05E4}" destId="{CF5E260D-1BA5-4740-9A6D-4620D72C026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A8C5EF9-A2FB-4DAE-996D-5A9133F5D67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D62BD994-9417-4FBA-AB1B-71805F63DA08}">
      <dgm:prSet/>
      <dgm:spPr/>
      <dgm:t>
        <a:bodyPr/>
        <a:lstStyle/>
        <a:p>
          <a:r>
            <a:rPr lang="en-US" b="1"/>
            <a:t>Group Discussion (GD):</a:t>
          </a:r>
          <a:br>
            <a:rPr lang="en-US" b="1"/>
          </a:br>
          <a:r>
            <a:rPr lang="en-US" b="1"/>
            <a:t> Tests communication, teamwork, and leadership.</a:t>
          </a:r>
          <a:endParaRPr lang="en-US"/>
        </a:p>
      </dgm:t>
    </dgm:pt>
    <dgm:pt modelId="{313FF5B4-1100-4B6E-8785-40ED2617BD0F}" type="parTrans" cxnId="{388FB756-16F4-4E22-BB08-89B449AC24C4}">
      <dgm:prSet/>
      <dgm:spPr/>
      <dgm:t>
        <a:bodyPr/>
        <a:lstStyle/>
        <a:p>
          <a:endParaRPr lang="en-US"/>
        </a:p>
      </dgm:t>
    </dgm:pt>
    <dgm:pt modelId="{A91456E6-90BA-4812-AA97-B2BA370062AC}" type="sibTrans" cxnId="{388FB756-16F4-4E22-BB08-89B449AC24C4}">
      <dgm:prSet/>
      <dgm:spPr/>
      <dgm:t>
        <a:bodyPr/>
        <a:lstStyle/>
        <a:p>
          <a:endParaRPr lang="en-US"/>
        </a:p>
      </dgm:t>
    </dgm:pt>
    <dgm:pt modelId="{AA130A96-935B-4B41-9D9B-E6D8F7F7C528}">
      <dgm:prSet/>
      <dgm:spPr/>
      <dgm:t>
        <a:bodyPr/>
        <a:lstStyle/>
        <a:p>
          <a:r>
            <a:rPr lang="en-US" b="1"/>
            <a:t>Coding Round / Hackathon:</a:t>
          </a:r>
          <a:br>
            <a:rPr lang="en-US" b="1"/>
          </a:br>
          <a:r>
            <a:rPr lang="en-US" b="1"/>
            <a:t> Evaluates real-time problem-solving and coding skills.</a:t>
          </a:r>
          <a:endParaRPr lang="en-US"/>
        </a:p>
      </dgm:t>
    </dgm:pt>
    <dgm:pt modelId="{97A5AE94-2F73-4272-AF4B-0CFDFB5090B2}" type="parTrans" cxnId="{2760C60D-F9C4-44EC-A5E4-9E04E245CFC8}">
      <dgm:prSet/>
      <dgm:spPr/>
      <dgm:t>
        <a:bodyPr/>
        <a:lstStyle/>
        <a:p>
          <a:endParaRPr lang="en-US"/>
        </a:p>
      </dgm:t>
    </dgm:pt>
    <dgm:pt modelId="{ED84B40D-6C0C-43F7-9739-AD67D0E30F26}" type="sibTrans" cxnId="{2760C60D-F9C4-44EC-A5E4-9E04E245CFC8}">
      <dgm:prSet/>
      <dgm:spPr/>
      <dgm:t>
        <a:bodyPr/>
        <a:lstStyle/>
        <a:p>
          <a:endParaRPr lang="en-US"/>
        </a:p>
      </dgm:t>
    </dgm:pt>
    <dgm:pt modelId="{5E7E2248-9041-4D7A-B83B-16F4F373221D}">
      <dgm:prSet/>
      <dgm:spPr/>
      <dgm:t>
        <a:bodyPr/>
        <a:lstStyle/>
        <a:p>
          <a:r>
            <a:rPr lang="en-US" b="1"/>
            <a:t>Technical Assessment:</a:t>
          </a:r>
          <a:br>
            <a:rPr lang="en-US" b="1"/>
          </a:br>
          <a:r>
            <a:rPr lang="en-US" b="1"/>
            <a:t> Deep evaluation of domain knowledge or projects.</a:t>
          </a:r>
          <a:endParaRPr lang="en-US"/>
        </a:p>
      </dgm:t>
    </dgm:pt>
    <dgm:pt modelId="{3678AF45-D2D2-45B7-8748-4AB1AA4DFC73}" type="parTrans" cxnId="{478A84AB-CCC7-4B85-8A8E-7F0F82734FB0}">
      <dgm:prSet/>
      <dgm:spPr/>
      <dgm:t>
        <a:bodyPr/>
        <a:lstStyle/>
        <a:p>
          <a:endParaRPr lang="en-US"/>
        </a:p>
      </dgm:t>
    </dgm:pt>
    <dgm:pt modelId="{5E5615FB-1E6B-4805-BC34-DD8F55C1343C}" type="sibTrans" cxnId="{478A84AB-CCC7-4B85-8A8E-7F0F82734FB0}">
      <dgm:prSet/>
      <dgm:spPr/>
      <dgm:t>
        <a:bodyPr/>
        <a:lstStyle/>
        <a:p>
          <a:endParaRPr lang="en-US"/>
        </a:p>
      </dgm:t>
    </dgm:pt>
    <dgm:pt modelId="{1806019A-F05C-4A64-A6FA-84F26102DC1D}">
      <dgm:prSet/>
      <dgm:spPr/>
      <dgm:t>
        <a:bodyPr/>
        <a:lstStyle/>
        <a:p>
          <a:r>
            <a:rPr lang="en-US" b="1"/>
            <a:t>Case Study / Presentation:</a:t>
          </a:r>
          <a:br>
            <a:rPr lang="en-US" b="1"/>
          </a:br>
          <a:r>
            <a:rPr lang="en-US" b="1"/>
            <a:t> Tests analytical thinking and solution approach.</a:t>
          </a:r>
          <a:endParaRPr lang="en-US"/>
        </a:p>
      </dgm:t>
    </dgm:pt>
    <dgm:pt modelId="{FFCA2FF4-1AD9-403B-808E-18C2E2FA0844}" type="parTrans" cxnId="{A4636639-0171-404D-972D-A7AF4A3C4411}">
      <dgm:prSet/>
      <dgm:spPr/>
      <dgm:t>
        <a:bodyPr/>
        <a:lstStyle/>
        <a:p>
          <a:endParaRPr lang="en-US"/>
        </a:p>
      </dgm:t>
    </dgm:pt>
    <dgm:pt modelId="{EB8D68AD-D6B0-4BC5-92D4-F5711D4DC62B}" type="sibTrans" cxnId="{A4636639-0171-404D-972D-A7AF4A3C4411}">
      <dgm:prSet/>
      <dgm:spPr/>
      <dgm:t>
        <a:bodyPr/>
        <a:lstStyle/>
        <a:p>
          <a:endParaRPr lang="en-US"/>
        </a:p>
      </dgm:t>
    </dgm:pt>
    <dgm:pt modelId="{94F65E85-430A-42B0-BBE8-362537B6B1DA}">
      <dgm:prSet/>
      <dgm:spPr/>
      <dgm:t>
        <a:bodyPr/>
        <a:lstStyle/>
        <a:p>
          <a:r>
            <a:rPr lang="en-US" b="1"/>
            <a:t>Managerial Round:</a:t>
          </a:r>
          <a:br>
            <a:rPr lang="en-US" b="1"/>
          </a:br>
          <a:r>
            <a:rPr lang="en-US" b="1"/>
            <a:t> Checks decision-making and work ethics.</a:t>
          </a:r>
          <a:endParaRPr lang="en-US"/>
        </a:p>
      </dgm:t>
    </dgm:pt>
    <dgm:pt modelId="{356EA454-3E08-4C7F-9DB1-F6FD7131BD7C}" type="parTrans" cxnId="{9E42431A-92A5-41F0-A1B8-86F511EC6A31}">
      <dgm:prSet/>
      <dgm:spPr/>
      <dgm:t>
        <a:bodyPr/>
        <a:lstStyle/>
        <a:p>
          <a:endParaRPr lang="en-US"/>
        </a:p>
      </dgm:t>
    </dgm:pt>
    <dgm:pt modelId="{209B0A88-5BD3-4150-8812-CA7CEF2FDC9F}" type="sibTrans" cxnId="{9E42431A-92A5-41F0-A1B8-86F511EC6A31}">
      <dgm:prSet/>
      <dgm:spPr/>
      <dgm:t>
        <a:bodyPr/>
        <a:lstStyle/>
        <a:p>
          <a:endParaRPr lang="en-US"/>
        </a:p>
      </dgm:t>
    </dgm:pt>
    <dgm:pt modelId="{06CFF3C6-D14C-4700-9448-1EFCE81B2140}" type="pres">
      <dgm:prSet presAssocID="{BA8C5EF9-A2FB-4DAE-996D-5A9133F5D676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F1F109B9-63DC-4D6D-A138-29D722F4FA70}" type="pres">
      <dgm:prSet presAssocID="{BA8C5EF9-A2FB-4DAE-996D-5A9133F5D676}" presName="container" presStyleCnt="0">
        <dgm:presLayoutVars>
          <dgm:dir/>
          <dgm:resizeHandles val="exact"/>
        </dgm:presLayoutVars>
      </dgm:prSet>
      <dgm:spPr/>
    </dgm:pt>
    <dgm:pt modelId="{BAE02192-90AD-4C71-9868-A9FA868B5167}" type="pres">
      <dgm:prSet presAssocID="{D62BD994-9417-4FBA-AB1B-71805F63DA08}" presName="compNode" presStyleCnt="0"/>
      <dgm:spPr/>
    </dgm:pt>
    <dgm:pt modelId="{8C248F98-579D-41AF-B5A2-7F69B72D254E}" type="pres">
      <dgm:prSet presAssocID="{D62BD994-9417-4FBA-AB1B-71805F63DA08}" presName="iconBgRect" presStyleLbl="bgShp" presStyleIdx="0" presStyleCnt="5"/>
      <dgm:spPr/>
    </dgm:pt>
    <dgm:pt modelId="{1821F195-1FD6-48A5-B8DF-9487B67ADCA3}" type="pres">
      <dgm:prSet presAssocID="{D62BD994-9417-4FBA-AB1B-71805F63DA08}" presName="iconRect" presStyleLbl="node1" presStyleIdx="0" presStyleCnt="5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IN"/>
        </a:p>
      </dgm:t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F245C0C8-7494-44B6-8B42-1EACA4740653}" type="pres">
      <dgm:prSet presAssocID="{D62BD994-9417-4FBA-AB1B-71805F63DA08}" presName="spaceRect" presStyleCnt="0"/>
      <dgm:spPr/>
    </dgm:pt>
    <dgm:pt modelId="{8251393C-A1A8-43AA-A998-4A2FA473F83B}" type="pres">
      <dgm:prSet presAssocID="{D62BD994-9417-4FBA-AB1B-71805F63DA08}" presName="textRect" presStyleLbl="revTx" presStyleIdx="0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ACD73866-FD9D-410B-8113-F4F4F684AE93}" type="pres">
      <dgm:prSet presAssocID="{A91456E6-90BA-4812-AA97-B2BA370062AC}" presName="sibTrans" presStyleLbl="sibTrans2D1" presStyleIdx="0" presStyleCnt="0"/>
      <dgm:spPr/>
      <dgm:t>
        <a:bodyPr/>
        <a:lstStyle/>
        <a:p>
          <a:endParaRPr lang="en-IN"/>
        </a:p>
      </dgm:t>
    </dgm:pt>
    <dgm:pt modelId="{6F91166F-3F4C-40E4-B0F5-995FE74D4092}" type="pres">
      <dgm:prSet presAssocID="{AA130A96-935B-4B41-9D9B-E6D8F7F7C528}" presName="compNode" presStyleCnt="0"/>
      <dgm:spPr/>
    </dgm:pt>
    <dgm:pt modelId="{9486B0C9-27A6-4F16-A3F3-6C54FFBCCFC4}" type="pres">
      <dgm:prSet presAssocID="{AA130A96-935B-4B41-9D9B-E6D8F7F7C528}" presName="iconBgRect" presStyleLbl="bgShp" presStyleIdx="1" presStyleCnt="5"/>
      <dgm:spPr/>
    </dgm:pt>
    <dgm:pt modelId="{7E175CF5-9B3C-4B44-BECF-46728578BBD2}" type="pres">
      <dgm:prSet presAssocID="{AA130A96-935B-4B41-9D9B-E6D8F7F7C528}" presName="iconRect" presStyleLbl="node1" presStyleIdx="1" presStyleCnt="5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IN"/>
        </a:p>
      </dgm:t>
      <dgm:extLst>
        <a:ext uri="{E40237B7-FDA0-4F09-8148-C483321AD2D9}">
          <dgm14:cNvPr xmlns:dgm14="http://schemas.microsoft.com/office/drawing/2010/diagram" id="0" name="" descr="Maze"/>
        </a:ext>
      </dgm:extLst>
    </dgm:pt>
    <dgm:pt modelId="{98F8BBA2-2E96-4A03-82B6-3F4EAB7E46ED}" type="pres">
      <dgm:prSet presAssocID="{AA130A96-935B-4B41-9D9B-E6D8F7F7C528}" presName="spaceRect" presStyleCnt="0"/>
      <dgm:spPr/>
    </dgm:pt>
    <dgm:pt modelId="{EFDFE0C9-8A52-4814-93F9-A6F17D87B5D8}" type="pres">
      <dgm:prSet presAssocID="{AA130A96-935B-4B41-9D9B-E6D8F7F7C528}" presName="textRect" presStyleLbl="revTx" presStyleIdx="1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2AB349D2-C4EB-4081-B1BD-3B4386CF423A}" type="pres">
      <dgm:prSet presAssocID="{ED84B40D-6C0C-43F7-9739-AD67D0E30F26}" presName="sibTrans" presStyleLbl="sibTrans2D1" presStyleIdx="0" presStyleCnt="0"/>
      <dgm:spPr/>
      <dgm:t>
        <a:bodyPr/>
        <a:lstStyle/>
        <a:p>
          <a:endParaRPr lang="en-IN"/>
        </a:p>
      </dgm:t>
    </dgm:pt>
    <dgm:pt modelId="{E9AD0DFA-2034-49D3-92C1-B9FC123F0F49}" type="pres">
      <dgm:prSet presAssocID="{5E7E2248-9041-4D7A-B83B-16F4F373221D}" presName="compNode" presStyleCnt="0"/>
      <dgm:spPr/>
    </dgm:pt>
    <dgm:pt modelId="{FC6D443E-7038-49FA-8A2B-D41B5FDDA1F1}" type="pres">
      <dgm:prSet presAssocID="{5E7E2248-9041-4D7A-B83B-16F4F373221D}" presName="iconBgRect" presStyleLbl="bgShp" presStyleIdx="2" presStyleCnt="5"/>
      <dgm:spPr/>
    </dgm:pt>
    <dgm:pt modelId="{28AC6E9F-3538-4E9A-B215-1CC5077447A5}" type="pres">
      <dgm:prSet presAssocID="{5E7E2248-9041-4D7A-B83B-16F4F373221D}" presName="iconRect" presStyleLbl="node1" presStyleIdx="2" presStyleCnt="5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IN"/>
        </a:p>
      </dgm:t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9C82FF8-2E8E-460F-8F8A-03E15D5090E6}" type="pres">
      <dgm:prSet presAssocID="{5E7E2248-9041-4D7A-B83B-16F4F373221D}" presName="spaceRect" presStyleCnt="0"/>
      <dgm:spPr/>
    </dgm:pt>
    <dgm:pt modelId="{21E73AB4-1833-40A7-9F96-300DDBA77C29}" type="pres">
      <dgm:prSet presAssocID="{5E7E2248-9041-4D7A-B83B-16F4F373221D}" presName="textRect" presStyleLbl="revTx" presStyleIdx="2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940250B1-04E3-4E54-A76E-0DD1037B9E1D}" type="pres">
      <dgm:prSet presAssocID="{5E5615FB-1E6B-4805-BC34-DD8F55C1343C}" presName="sibTrans" presStyleLbl="sibTrans2D1" presStyleIdx="0" presStyleCnt="0"/>
      <dgm:spPr/>
      <dgm:t>
        <a:bodyPr/>
        <a:lstStyle/>
        <a:p>
          <a:endParaRPr lang="en-IN"/>
        </a:p>
      </dgm:t>
    </dgm:pt>
    <dgm:pt modelId="{A1CE1C27-D4C9-4AFE-A438-A4B2B2EA4098}" type="pres">
      <dgm:prSet presAssocID="{1806019A-F05C-4A64-A6FA-84F26102DC1D}" presName="compNode" presStyleCnt="0"/>
      <dgm:spPr/>
    </dgm:pt>
    <dgm:pt modelId="{CDFACAE6-744A-4F71-829C-1B8D23E7A5DF}" type="pres">
      <dgm:prSet presAssocID="{1806019A-F05C-4A64-A6FA-84F26102DC1D}" presName="iconBgRect" presStyleLbl="bgShp" presStyleIdx="3" presStyleCnt="5"/>
      <dgm:spPr/>
    </dgm:pt>
    <dgm:pt modelId="{80A5447E-9810-48FE-9DD6-5D9615702EDC}" type="pres">
      <dgm:prSet presAssocID="{1806019A-F05C-4A64-A6FA-84F26102DC1D}" presName="iconRect" presStyleLbl="node1" presStyleIdx="3" presStyleCnt="5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IN"/>
        </a:p>
      </dgm:t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71AAAED7-68FD-41F5-A65B-C1AE362B2B55}" type="pres">
      <dgm:prSet presAssocID="{1806019A-F05C-4A64-A6FA-84F26102DC1D}" presName="spaceRect" presStyleCnt="0"/>
      <dgm:spPr/>
    </dgm:pt>
    <dgm:pt modelId="{AA89B2C1-C7D4-449B-9906-6D71B5AB9280}" type="pres">
      <dgm:prSet presAssocID="{1806019A-F05C-4A64-A6FA-84F26102DC1D}" presName="textRect" presStyleLbl="revTx" presStyleIdx="3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84F260BA-64FA-435D-AA12-9628745B6824}" type="pres">
      <dgm:prSet presAssocID="{EB8D68AD-D6B0-4BC5-92D4-F5711D4DC62B}" presName="sibTrans" presStyleLbl="sibTrans2D1" presStyleIdx="0" presStyleCnt="0"/>
      <dgm:spPr/>
      <dgm:t>
        <a:bodyPr/>
        <a:lstStyle/>
        <a:p>
          <a:endParaRPr lang="en-IN"/>
        </a:p>
      </dgm:t>
    </dgm:pt>
    <dgm:pt modelId="{094F2F47-0539-49F8-B1F8-D46E9F3DFF9F}" type="pres">
      <dgm:prSet presAssocID="{94F65E85-430A-42B0-BBE8-362537B6B1DA}" presName="compNode" presStyleCnt="0"/>
      <dgm:spPr/>
    </dgm:pt>
    <dgm:pt modelId="{1AA55033-42E8-4DFC-B8DC-C87A09D06DFB}" type="pres">
      <dgm:prSet presAssocID="{94F65E85-430A-42B0-BBE8-362537B6B1DA}" presName="iconBgRect" presStyleLbl="bgShp" presStyleIdx="4" presStyleCnt="5"/>
      <dgm:spPr/>
    </dgm:pt>
    <dgm:pt modelId="{CB7BF652-D9F1-4936-9026-F703E44B3FEE}" type="pres">
      <dgm:prSet presAssocID="{94F65E85-430A-42B0-BBE8-362537B6B1DA}" presName="iconRect" presStyleLbl="node1" presStyleIdx="4" presStyleCnt="5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IN"/>
        </a:p>
      </dgm:t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2F92D872-52F7-4C2C-9FFE-816514B098DF}" type="pres">
      <dgm:prSet presAssocID="{94F65E85-430A-42B0-BBE8-362537B6B1DA}" presName="spaceRect" presStyleCnt="0"/>
      <dgm:spPr/>
    </dgm:pt>
    <dgm:pt modelId="{8A2D2B46-DFE6-4BFF-841F-D769610055A2}" type="pres">
      <dgm:prSet presAssocID="{94F65E85-430A-42B0-BBE8-362537B6B1DA}" presName="textRect" presStyleLbl="revTx" presStyleIdx="4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2760C60D-F9C4-44EC-A5E4-9E04E245CFC8}" srcId="{BA8C5EF9-A2FB-4DAE-996D-5A9133F5D676}" destId="{AA130A96-935B-4B41-9D9B-E6D8F7F7C528}" srcOrd="1" destOrd="0" parTransId="{97A5AE94-2F73-4272-AF4B-0CFDFB5090B2}" sibTransId="{ED84B40D-6C0C-43F7-9739-AD67D0E30F26}"/>
    <dgm:cxn modelId="{A6EA4B9E-4CAD-444F-8EC0-F749A3DA10D9}" type="presOf" srcId="{94F65E85-430A-42B0-BBE8-362537B6B1DA}" destId="{8A2D2B46-DFE6-4BFF-841F-D769610055A2}" srcOrd="0" destOrd="0" presId="urn:microsoft.com/office/officeart/2018/2/layout/IconCircleList"/>
    <dgm:cxn modelId="{478A84AB-CCC7-4B85-8A8E-7F0F82734FB0}" srcId="{BA8C5EF9-A2FB-4DAE-996D-5A9133F5D676}" destId="{5E7E2248-9041-4D7A-B83B-16F4F373221D}" srcOrd="2" destOrd="0" parTransId="{3678AF45-D2D2-45B7-8748-4AB1AA4DFC73}" sibTransId="{5E5615FB-1E6B-4805-BC34-DD8F55C1343C}"/>
    <dgm:cxn modelId="{28A37115-A516-42C7-B398-302F4A045A4C}" type="presOf" srcId="{AA130A96-935B-4B41-9D9B-E6D8F7F7C528}" destId="{EFDFE0C9-8A52-4814-93F9-A6F17D87B5D8}" srcOrd="0" destOrd="0" presId="urn:microsoft.com/office/officeart/2018/2/layout/IconCircleList"/>
    <dgm:cxn modelId="{E8F0FC4E-A406-4B86-94F7-FAEC5D23E369}" type="presOf" srcId="{5E7E2248-9041-4D7A-B83B-16F4F373221D}" destId="{21E73AB4-1833-40A7-9F96-300DDBA77C29}" srcOrd="0" destOrd="0" presId="urn:microsoft.com/office/officeart/2018/2/layout/IconCircleList"/>
    <dgm:cxn modelId="{B7AFB9FA-3626-411D-A3FD-54C15499D7A9}" type="presOf" srcId="{EB8D68AD-D6B0-4BC5-92D4-F5711D4DC62B}" destId="{84F260BA-64FA-435D-AA12-9628745B6824}" srcOrd="0" destOrd="0" presId="urn:microsoft.com/office/officeart/2018/2/layout/IconCircleList"/>
    <dgm:cxn modelId="{F8CF677D-8A25-4110-823D-BA9B629E47CA}" type="presOf" srcId="{5E5615FB-1E6B-4805-BC34-DD8F55C1343C}" destId="{940250B1-04E3-4E54-A76E-0DD1037B9E1D}" srcOrd="0" destOrd="0" presId="urn:microsoft.com/office/officeart/2018/2/layout/IconCircleList"/>
    <dgm:cxn modelId="{CD4C2E47-9BBA-4B34-A24A-354B9D62548C}" type="presOf" srcId="{ED84B40D-6C0C-43F7-9739-AD67D0E30F26}" destId="{2AB349D2-C4EB-4081-B1BD-3B4386CF423A}" srcOrd="0" destOrd="0" presId="urn:microsoft.com/office/officeart/2018/2/layout/IconCircleList"/>
    <dgm:cxn modelId="{24EC6049-3CFC-4E28-8B55-046FDD1CAA7E}" type="presOf" srcId="{A91456E6-90BA-4812-AA97-B2BA370062AC}" destId="{ACD73866-FD9D-410B-8113-F4F4F684AE93}" srcOrd="0" destOrd="0" presId="urn:microsoft.com/office/officeart/2018/2/layout/IconCircleList"/>
    <dgm:cxn modelId="{57425D6D-CE4D-49AC-8C5F-25902B8552C3}" type="presOf" srcId="{D62BD994-9417-4FBA-AB1B-71805F63DA08}" destId="{8251393C-A1A8-43AA-A998-4A2FA473F83B}" srcOrd="0" destOrd="0" presId="urn:microsoft.com/office/officeart/2018/2/layout/IconCircleList"/>
    <dgm:cxn modelId="{A4636639-0171-404D-972D-A7AF4A3C4411}" srcId="{BA8C5EF9-A2FB-4DAE-996D-5A9133F5D676}" destId="{1806019A-F05C-4A64-A6FA-84F26102DC1D}" srcOrd="3" destOrd="0" parTransId="{FFCA2FF4-1AD9-403B-808E-18C2E2FA0844}" sibTransId="{EB8D68AD-D6B0-4BC5-92D4-F5711D4DC62B}"/>
    <dgm:cxn modelId="{12AEC637-9E4D-4CA0-8C24-6EE48CD5557D}" type="presOf" srcId="{BA8C5EF9-A2FB-4DAE-996D-5A9133F5D676}" destId="{06CFF3C6-D14C-4700-9448-1EFCE81B2140}" srcOrd="0" destOrd="0" presId="urn:microsoft.com/office/officeart/2018/2/layout/IconCircleList"/>
    <dgm:cxn modelId="{9E42431A-92A5-41F0-A1B8-86F511EC6A31}" srcId="{BA8C5EF9-A2FB-4DAE-996D-5A9133F5D676}" destId="{94F65E85-430A-42B0-BBE8-362537B6B1DA}" srcOrd="4" destOrd="0" parTransId="{356EA454-3E08-4C7F-9DB1-F6FD7131BD7C}" sibTransId="{209B0A88-5BD3-4150-8812-CA7CEF2FDC9F}"/>
    <dgm:cxn modelId="{388FB756-16F4-4E22-BB08-89B449AC24C4}" srcId="{BA8C5EF9-A2FB-4DAE-996D-5A9133F5D676}" destId="{D62BD994-9417-4FBA-AB1B-71805F63DA08}" srcOrd="0" destOrd="0" parTransId="{313FF5B4-1100-4B6E-8785-40ED2617BD0F}" sibTransId="{A91456E6-90BA-4812-AA97-B2BA370062AC}"/>
    <dgm:cxn modelId="{5E24EA84-DA13-4706-A7AA-112CCBF59A14}" type="presOf" srcId="{1806019A-F05C-4A64-A6FA-84F26102DC1D}" destId="{AA89B2C1-C7D4-449B-9906-6D71B5AB9280}" srcOrd="0" destOrd="0" presId="urn:microsoft.com/office/officeart/2018/2/layout/IconCircleList"/>
    <dgm:cxn modelId="{A81D0A82-6805-438B-97B3-9C6D9932D3C3}" type="presParOf" srcId="{06CFF3C6-D14C-4700-9448-1EFCE81B2140}" destId="{F1F109B9-63DC-4D6D-A138-29D722F4FA70}" srcOrd="0" destOrd="0" presId="urn:microsoft.com/office/officeart/2018/2/layout/IconCircleList"/>
    <dgm:cxn modelId="{11D5C784-7B07-411C-B23C-8DAF094C631B}" type="presParOf" srcId="{F1F109B9-63DC-4D6D-A138-29D722F4FA70}" destId="{BAE02192-90AD-4C71-9868-A9FA868B5167}" srcOrd="0" destOrd="0" presId="urn:microsoft.com/office/officeart/2018/2/layout/IconCircleList"/>
    <dgm:cxn modelId="{BD8A1F39-036A-4F15-B6DC-632CCFBE1085}" type="presParOf" srcId="{BAE02192-90AD-4C71-9868-A9FA868B5167}" destId="{8C248F98-579D-41AF-B5A2-7F69B72D254E}" srcOrd="0" destOrd="0" presId="urn:microsoft.com/office/officeart/2018/2/layout/IconCircleList"/>
    <dgm:cxn modelId="{08049FF0-AD2A-4B0C-8633-97B16CA489D4}" type="presParOf" srcId="{BAE02192-90AD-4C71-9868-A9FA868B5167}" destId="{1821F195-1FD6-48A5-B8DF-9487B67ADCA3}" srcOrd="1" destOrd="0" presId="urn:microsoft.com/office/officeart/2018/2/layout/IconCircleList"/>
    <dgm:cxn modelId="{3B929CD3-8139-432C-AC01-3536A68B56A3}" type="presParOf" srcId="{BAE02192-90AD-4C71-9868-A9FA868B5167}" destId="{F245C0C8-7494-44B6-8B42-1EACA4740653}" srcOrd="2" destOrd="0" presId="urn:microsoft.com/office/officeart/2018/2/layout/IconCircleList"/>
    <dgm:cxn modelId="{175E6EDC-D2CA-406C-AFA1-5A604DC18EDF}" type="presParOf" srcId="{BAE02192-90AD-4C71-9868-A9FA868B5167}" destId="{8251393C-A1A8-43AA-A998-4A2FA473F83B}" srcOrd="3" destOrd="0" presId="urn:microsoft.com/office/officeart/2018/2/layout/IconCircleList"/>
    <dgm:cxn modelId="{1B2F5828-91D7-4642-BEC8-F07D64D4D147}" type="presParOf" srcId="{F1F109B9-63DC-4D6D-A138-29D722F4FA70}" destId="{ACD73866-FD9D-410B-8113-F4F4F684AE93}" srcOrd="1" destOrd="0" presId="urn:microsoft.com/office/officeart/2018/2/layout/IconCircleList"/>
    <dgm:cxn modelId="{BB40A2F1-F32D-4577-B60A-B784D609FE4F}" type="presParOf" srcId="{F1F109B9-63DC-4D6D-A138-29D722F4FA70}" destId="{6F91166F-3F4C-40E4-B0F5-995FE74D4092}" srcOrd="2" destOrd="0" presId="urn:microsoft.com/office/officeart/2018/2/layout/IconCircleList"/>
    <dgm:cxn modelId="{3EA914B6-3094-43BE-915F-2BDFB8D20409}" type="presParOf" srcId="{6F91166F-3F4C-40E4-B0F5-995FE74D4092}" destId="{9486B0C9-27A6-4F16-A3F3-6C54FFBCCFC4}" srcOrd="0" destOrd="0" presId="urn:microsoft.com/office/officeart/2018/2/layout/IconCircleList"/>
    <dgm:cxn modelId="{BABF1199-60BF-473D-9A2E-CDC5F61C5DD3}" type="presParOf" srcId="{6F91166F-3F4C-40E4-B0F5-995FE74D4092}" destId="{7E175CF5-9B3C-4B44-BECF-46728578BBD2}" srcOrd="1" destOrd="0" presId="urn:microsoft.com/office/officeart/2018/2/layout/IconCircleList"/>
    <dgm:cxn modelId="{8C3B444D-1098-4E65-80D0-9E8AE008E960}" type="presParOf" srcId="{6F91166F-3F4C-40E4-B0F5-995FE74D4092}" destId="{98F8BBA2-2E96-4A03-82B6-3F4EAB7E46ED}" srcOrd="2" destOrd="0" presId="urn:microsoft.com/office/officeart/2018/2/layout/IconCircleList"/>
    <dgm:cxn modelId="{4A544BF0-D766-49D0-853F-1F2A9453BF8E}" type="presParOf" srcId="{6F91166F-3F4C-40E4-B0F5-995FE74D4092}" destId="{EFDFE0C9-8A52-4814-93F9-A6F17D87B5D8}" srcOrd="3" destOrd="0" presId="urn:microsoft.com/office/officeart/2018/2/layout/IconCircleList"/>
    <dgm:cxn modelId="{B750B25B-501E-444B-BA6A-ACD51CDC658A}" type="presParOf" srcId="{F1F109B9-63DC-4D6D-A138-29D722F4FA70}" destId="{2AB349D2-C4EB-4081-B1BD-3B4386CF423A}" srcOrd="3" destOrd="0" presId="urn:microsoft.com/office/officeart/2018/2/layout/IconCircleList"/>
    <dgm:cxn modelId="{F4CE381F-4AAC-4385-BF7F-70C02422F0AB}" type="presParOf" srcId="{F1F109B9-63DC-4D6D-A138-29D722F4FA70}" destId="{E9AD0DFA-2034-49D3-92C1-B9FC123F0F49}" srcOrd="4" destOrd="0" presId="urn:microsoft.com/office/officeart/2018/2/layout/IconCircleList"/>
    <dgm:cxn modelId="{F06874EC-BE3C-4F62-AC50-5B5B284180E1}" type="presParOf" srcId="{E9AD0DFA-2034-49D3-92C1-B9FC123F0F49}" destId="{FC6D443E-7038-49FA-8A2B-D41B5FDDA1F1}" srcOrd="0" destOrd="0" presId="urn:microsoft.com/office/officeart/2018/2/layout/IconCircleList"/>
    <dgm:cxn modelId="{BC5DE1F6-C302-40C0-89C4-A4B3B0C13FC4}" type="presParOf" srcId="{E9AD0DFA-2034-49D3-92C1-B9FC123F0F49}" destId="{28AC6E9F-3538-4E9A-B215-1CC5077447A5}" srcOrd="1" destOrd="0" presId="urn:microsoft.com/office/officeart/2018/2/layout/IconCircleList"/>
    <dgm:cxn modelId="{2F76BC06-9B2D-45A9-9129-DB7F0161B519}" type="presParOf" srcId="{E9AD0DFA-2034-49D3-92C1-B9FC123F0F49}" destId="{29C82FF8-2E8E-460F-8F8A-03E15D5090E6}" srcOrd="2" destOrd="0" presId="urn:microsoft.com/office/officeart/2018/2/layout/IconCircleList"/>
    <dgm:cxn modelId="{5EF8AA65-1190-4F72-BF2D-0A72487AE988}" type="presParOf" srcId="{E9AD0DFA-2034-49D3-92C1-B9FC123F0F49}" destId="{21E73AB4-1833-40A7-9F96-300DDBA77C29}" srcOrd="3" destOrd="0" presId="urn:microsoft.com/office/officeart/2018/2/layout/IconCircleList"/>
    <dgm:cxn modelId="{19EE0547-EE3E-4556-AE5A-78A0EE06AFC9}" type="presParOf" srcId="{F1F109B9-63DC-4D6D-A138-29D722F4FA70}" destId="{940250B1-04E3-4E54-A76E-0DD1037B9E1D}" srcOrd="5" destOrd="0" presId="urn:microsoft.com/office/officeart/2018/2/layout/IconCircleList"/>
    <dgm:cxn modelId="{4328051F-F490-435B-AF09-DCD81B530BDA}" type="presParOf" srcId="{F1F109B9-63DC-4D6D-A138-29D722F4FA70}" destId="{A1CE1C27-D4C9-4AFE-A438-A4B2B2EA4098}" srcOrd="6" destOrd="0" presId="urn:microsoft.com/office/officeart/2018/2/layout/IconCircleList"/>
    <dgm:cxn modelId="{8003DAE2-3BF0-42CA-B560-1894E6226CA2}" type="presParOf" srcId="{A1CE1C27-D4C9-4AFE-A438-A4B2B2EA4098}" destId="{CDFACAE6-744A-4F71-829C-1B8D23E7A5DF}" srcOrd="0" destOrd="0" presId="urn:microsoft.com/office/officeart/2018/2/layout/IconCircleList"/>
    <dgm:cxn modelId="{0DDA01E3-4FDD-40A9-A0C5-A4A31779FE0C}" type="presParOf" srcId="{A1CE1C27-D4C9-4AFE-A438-A4B2B2EA4098}" destId="{80A5447E-9810-48FE-9DD6-5D9615702EDC}" srcOrd="1" destOrd="0" presId="urn:microsoft.com/office/officeart/2018/2/layout/IconCircleList"/>
    <dgm:cxn modelId="{3CAD5382-F1A4-46C3-AC84-E566D8480155}" type="presParOf" srcId="{A1CE1C27-D4C9-4AFE-A438-A4B2B2EA4098}" destId="{71AAAED7-68FD-41F5-A65B-C1AE362B2B55}" srcOrd="2" destOrd="0" presId="urn:microsoft.com/office/officeart/2018/2/layout/IconCircleList"/>
    <dgm:cxn modelId="{FE791278-13FC-4F0B-A5C1-A8C9F4552035}" type="presParOf" srcId="{A1CE1C27-D4C9-4AFE-A438-A4B2B2EA4098}" destId="{AA89B2C1-C7D4-449B-9906-6D71B5AB9280}" srcOrd="3" destOrd="0" presId="urn:microsoft.com/office/officeart/2018/2/layout/IconCircleList"/>
    <dgm:cxn modelId="{A9C2077E-40F3-4774-84D2-0B577BEB0460}" type="presParOf" srcId="{F1F109B9-63DC-4D6D-A138-29D722F4FA70}" destId="{84F260BA-64FA-435D-AA12-9628745B6824}" srcOrd="7" destOrd="0" presId="urn:microsoft.com/office/officeart/2018/2/layout/IconCircleList"/>
    <dgm:cxn modelId="{A7C1BB3B-84F9-41C9-B5F4-77386DF61324}" type="presParOf" srcId="{F1F109B9-63DC-4D6D-A138-29D722F4FA70}" destId="{094F2F47-0539-49F8-B1F8-D46E9F3DFF9F}" srcOrd="8" destOrd="0" presId="urn:microsoft.com/office/officeart/2018/2/layout/IconCircleList"/>
    <dgm:cxn modelId="{8A4782C2-FFCC-4224-8DD4-856B47AF9679}" type="presParOf" srcId="{094F2F47-0539-49F8-B1F8-D46E9F3DFF9F}" destId="{1AA55033-42E8-4DFC-B8DC-C87A09D06DFB}" srcOrd="0" destOrd="0" presId="urn:microsoft.com/office/officeart/2018/2/layout/IconCircleList"/>
    <dgm:cxn modelId="{7BDC9384-AF45-47B8-BD06-B4C47D9ED751}" type="presParOf" srcId="{094F2F47-0539-49F8-B1F8-D46E9F3DFF9F}" destId="{CB7BF652-D9F1-4936-9026-F703E44B3FEE}" srcOrd="1" destOrd="0" presId="urn:microsoft.com/office/officeart/2018/2/layout/IconCircleList"/>
    <dgm:cxn modelId="{C1C03D5E-BD22-47D7-B7F2-0B07573C125F}" type="presParOf" srcId="{094F2F47-0539-49F8-B1F8-D46E9F3DFF9F}" destId="{2F92D872-52F7-4C2C-9FFE-816514B098DF}" srcOrd="2" destOrd="0" presId="urn:microsoft.com/office/officeart/2018/2/layout/IconCircleList"/>
    <dgm:cxn modelId="{E24B75CF-6AA5-45DD-94D8-C0CD47FBBA2A}" type="presParOf" srcId="{094F2F47-0539-49F8-B1F8-D46E9F3DFF9F}" destId="{8A2D2B46-DFE6-4BFF-841F-D769610055A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999C4BA-521D-4107-9FE1-33BF58DC2A5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25CC01A-0B5C-4956-9802-C54C3DCC2E03}">
      <dgm:prSet/>
      <dgm:spPr/>
      <dgm:t>
        <a:bodyPr/>
        <a:lstStyle/>
        <a:p>
          <a:r>
            <a:rPr lang="en-US"/>
            <a:t>Provides </a:t>
          </a:r>
          <a:r>
            <a:rPr lang="en-US" b="1"/>
            <a:t>direct industry entry</a:t>
          </a:r>
          <a:endParaRPr lang="en-US"/>
        </a:p>
      </dgm:t>
    </dgm:pt>
    <dgm:pt modelId="{CEB82192-E394-46DE-8F88-5D6E18E880E0}" type="parTrans" cxnId="{4F123606-9827-4FE2-9417-F885DDE40AD0}">
      <dgm:prSet/>
      <dgm:spPr/>
      <dgm:t>
        <a:bodyPr/>
        <a:lstStyle/>
        <a:p>
          <a:endParaRPr lang="en-US"/>
        </a:p>
      </dgm:t>
    </dgm:pt>
    <dgm:pt modelId="{CDF2DEFD-2993-48F9-913B-30DCDB24F509}" type="sibTrans" cxnId="{4F123606-9827-4FE2-9417-F885DDE40AD0}">
      <dgm:prSet/>
      <dgm:spPr/>
      <dgm:t>
        <a:bodyPr/>
        <a:lstStyle/>
        <a:p>
          <a:endParaRPr lang="en-US"/>
        </a:p>
      </dgm:t>
    </dgm:pt>
    <dgm:pt modelId="{4DB75F5D-04C0-4E57-AF9D-58AA82841C93}">
      <dgm:prSet/>
      <dgm:spPr/>
      <dgm:t>
        <a:bodyPr/>
        <a:lstStyle/>
        <a:p>
          <a:r>
            <a:rPr lang="en-US"/>
            <a:t>Tests </a:t>
          </a:r>
          <a:r>
            <a:rPr lang="en-US" b="1"/>
            <a:t>real-world skills</a:t>
          </a:r>
          <a:endParaRPr lang="en-US"/>
        </a:p>
      </dgm:t>
    </dgm:pt>
    <dgm:pt modelId="{8FD7D248-2F4E-4085-9CC1-6271DE81C332}" type="parTrans" cxnId="{794DE7D0-C0C3-448D-B157-809F745388DC}">
      <dgm:prSet/>
      <dgm:spPr/>
      <dgm:t>
        <a:bodyPr/>
        <a:lstStyle/>
        <a:p>
          <a:endParaRPr lang="en-US"/>
        </a:p>
      </dgm:t>
    </dgm:pt>
    <dgm:pt modelId="{C72C08D5-B6FB-4C67-9840-45F54FA82A82}" type="sibTrans" cxnId="{794DE7D0-C0C3-448D-B157-809F745388DC}">
      <dgm:prSet/>
      <dgm:spPr/>
      <dgm:t>
        <a:bodyPr/>
        <a:lstStyle/>
        <a:p>
          <a:endParaRPr lang="en-US"/>
        </a:p>
      </dgm:t>
    </dgm:pt>
    <dgm:pt modelId="{228A075F-DFD9-4F8A-91DA-EC8F0232A1F1}">
      <dgm:prSet/>
      <dgm:spPr/>
      <dgm:t>
        <a:bodyPr/>
        <a:lstStyle/>
        <a:p>
          <a:r>
            <a:rPr lang="en-US"/>
            <a:t>Helps students start their </a:t>
          </a:r>
          <a:r>
            <a:rPr lang="en-US" b="1"/>
            <a:t>professional career</a:t>
          </a:r>
          <a:endParaRPr lang="en-US"/>
        </a:p>
      </dgm:t>
    </dgm:pt>
    <dgm:pt modelId="{257B5D97-4658-4A1A-90A5-E4741A1C12DA}" type="parTrans" cxnId="{0E4E6E42-3409-46C9-9AD1-19F013C5689B}">
      <dgm:prSet/>
      <dgm:spPr/>
      <dgm:t>
        <a:bodyPr/>
        <a:lstStyle/>
        <a:p>
          <a:endParaRPr lang="en-US"/>
        </a:p>
      </dgm:t>
    </dgm:pt>
    <dgm:pt modelId="{C6070FB3-84D8-4D94-B455-AC06CE9DBFBD}" type="sibTrans" cxnId="{0E4E6E42-3409-46C9-9AD1-19F013C5689B}">
      <dgm:prSet/>
      <dgm:spPr/>
      <dgm:t>
        <a:bodyPr/>
        <a:lstStyle/>
        <a:p>
          <a:endParaRPr lang="en-US"/>
        </a:p>
      </dgm:t>
    </dgm:pt>
    <dgm:pt modelId="{6E7A9381-2E53-4274-A861-9A408EFBB993}" type="pres">
      <dgm:prSet presAssocID="{8999C4BA-521D-4107-9FE1-33BF58DC2A5F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48C02770-EE64-4A0B-A878-E9E4817F3D8E}" type="pres">
      <dgm:prSet presAssocID="{B25CC01A-0B5C-4956-9802-C54C3DCC2E03}" presName="compNode" presStyleCnt="0"/>
      <dgm:spPr/>
    </dgm:pt>
    <dgm:pt modelId="{B8AD6EA0-34FC-45CF-97EC-F8AEB36BBBEB}" type="pres">
      <dgm:prSet presAssocID="{B25CC01A-0B5C-4956-9802-C54C3DCC2E0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1A7BC19F-2F05-4910-BC88-D5C6A8D78F97}" type="pres">
      <dgm:prSet presAssocID="{B25CC01A-0B5C-4956-9802-C54C3DCC2E03}" presName="spaceRect" presStyleCnt="0"/>
      <dgm:spPr/>
    </dgm:pt>
    <dgm:pt modelId="{CF5C8027-29B1-4D69-BA79-939A1767B940}" type="pres">
      <dgm:prSet presAssocID="{B25CC01A-0B5C-4956-9802-C54C3DCC2E03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6AA59CB5-FDF1-4AB0-BEFF-B78EE5CCDC75}" type="pres">
      <dgm:prSet presAssocID="{CDF2DEFD-2993-48F9-913B-30DCDB24F509}" presName="sibTrans" presStyleCnt="0"/>
      <dgm:spPr/>
    </dgm:pt>
    <dgm:pt modelId="{C7462B1A-F714-4848-9C22-C27699188CCE}" type="pres">
      <dgm:prSet presAssocID="{4DB75F5D-04C0-4E57-AF9D-58AA82841C93}" presName="compNode" presStyleCnt="0"/>
      <dgm:spPr/>
    </dgm:pt>
    <dgm:pt modelId="{28B58D30-5337-4DD4-878D-E04D2D0F57FD}" type="pres">
      <dgm:prSet presAssocID="{4DB75F5D-04C0-4E57-AF9D-58AA82841C9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E322ACC-24E7-4C74-BC5D-99BA71971790}" type="pres">
      <dgm:prSet presAssocID="{4DB75F5D-04C0-4E57-AF9D-58AA82841C93}" presName="spaceRect" presStyleCnt="0"/>
      <dgm:spPr/>
    </dgm:pt>
    <dgm:pt modelId="{4DB494CC-88F5-469F-8C18-8A27EF928E10}" type="pres">
      <dgm:prSet presAssocID="{4DB75F5D-04C0-4E57-AF9D-58AA82841C93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EA920D7D-FB79-4F05-9DCC-FFA178979A59}" type="pres">
      <dgm:prSet presAssocID="{C72C08D5-B6FB-4C67-9840-45F54FA82A82}" presName="sibTrans" presStyleCnt="0"/>
      <dgm:spPr/>
    </dgm:pt>
    <dgm:pt modelId="{C8F4D38D-661B-4A2F-8249-2F11805D2AE3}" type="pres">
      <dgm:prSet presAssocID="{228A075F-DFD9-4F8A-91DA-EC8F0232A1F1}" presName="compNode" presStyleCnt="0"/>
      <dgm:spPr/>
    </dgm:pt>
    <dgm:pt modelId="{202B315D-67F5-4724-BB47-7DD600A61CA8}" type="pres">
      <dgm:prSet presAssocID="{228A075F-DFD9-4F8A-91DA-EC8F0232A1F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02E040DC-E6FF-48A9-8266-6F0C3BD2A8B8}" type="pres">
      <dgm:prSet presAssocID="{228A075F-DFD9-4F8A-91DA-EC8F0232A1F1}" presName="spaceRect" presStyleCnt="0"/>
      <dgm:spPr/>
    </dgm:pt>
    <dgm:pt modelId="{BF9326DE-5840-4EAE-A886-722D4318F058}" type="pres">
      <dgm:prSet presAssocID="{228A075F-DFD9-4F8A-91DA-EC8F0232A1F1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794DE7D0-C0C3-448D-B157-809F745388DC}" srcId="{8999C4BA-521D-4107-9FE1-33BF58DC2A5F}" destId="{4DB75F5D-04C0-4E57-AF9D-58AA82841C93}" srcOrd="1" destOrd="0" parTransId="{8FD7D248-2F4E-4085-9CC1-6271DE81C332}" sibTransId="{C72C08D5-B6FB-4C67-9840-45F54FA82A82}"/>
    <dgm:cxn modelId="{71F3C9F5-4958-4BD7-B6EB-18A1ECAB3CD2}" type="presOf" srcId="{4DB75F5D-04C0-4E57-AF9D-58AA82841C93}" destId="{4DB494CC-88F5-469F-8C18-8A27EF928E10}" srcOrd="0" destOrd="0" presId="urn:microsoft.com/office/officeart/2018/2/layout/IconLabelList"/>
    <dgm:cxn modelId="{0E4E6E42-3409-46C9-9AD1-19F013C5689B}" srcId="{8999C4BA-521D-4107-9FE1-33BF58DC2A5F}" destId="{228A075F-DFD9-4F8A-91DA-EC8F0232A1F1}" srcOrd="2" destOrd="0" parTransId="{257B5D97-4658-4A1A-90A5-E4741A1C12DA}" sibTransId="{C6070FB3-84D8-4D94-B455-AC06CE9DBFBD}"/>
    <dgm:cxn modelId="{FB1E9D9C-2EA2-429E-B273-2A099D1C34C0}" type="presOf" srcId="{228A075F-DFD9-4F8A-91DA-EC8F0232A1F1}" destId="{BF9326DE-5840-4EAE-A886-722D4318F058}" srcOrd="0" destOrd="0" presId="urn:microsoft.com/office/officeart/2018/2/layout/IconLabelList"/>
    <dgm:cxn modelId="{59A25D86-FC82-4DA6-9C5F-F05F78E3DF69}" type="presOf" srcId="{B25CC01A-0B5C-4956-9802-C54C3DCC2E03}" destId="{CF5C8027-29B1-4D69-BA79-939A1767B940}" srcOrd="0" destOrd="0" presId="urn:microsoft.com/office/officeart/2018/2/layout/IconLabelList"/>
    <dgm:cxn modelId="{312E8336-5422-4E64-B9AC-667EC175A20F}" type="presOf" srcId="{8999C4BA-521D-4107-9FE1-33BF58DC2A5F}" destId="{6E7A9381-2E53-4274-A861-9A408EFBB993}" srcOrd="0" destOrd="0" presId="urn:microsoft.com/office/officeart/2018/2/layout/IconLabelList"/>
    <dgm:cxn modelId="{4F123606-9827-4FE2-9417-F885DDE40AD0}" srcId="{8999C4BA-521D-4107-9FE1-33BF58DC2A5F}" destId="{B25CC01A-0B5C-4956-9802-C54C3DCC2E03}" srcOrd="0" destOrd="0" parTransId="{CEB82192-E394-46DE-8F88-5D6E18E880E0}" sibTransId="{CDF2DEFD-2993-48F9-913B-30DCDB24F509}"/>
    <dgm:cxn modelId="{ACE38990-C5D6-4339-A87B-D75CB2425485}" type="presParOf" srcId="{6E7A9381-2E53-4274-A861-9A408EFBB993}" destId="{48C02770-EE64-4A0B-A878-E9E4817F3D8E}" srcOrd="0" destOrd="0" presId="urn:microsoft.com/office/officeart/2018/2/layout/IconLabelList"/>
    <dgm:cxn modelId="{C79AAA0C-7BBD-4D60-BDA3-8BFBFBBBA352}" type="presParOf" srcId="{48C02770-EE64-4A0B-A878-E9E4817F3D8E}" destId="{B8AD6EA0-34FC-45CF-97EC-F8AEB36BBBEB}" srcOrd="0" destOrd="0" presId="urn:microsoft.com/office/officeart/2018/2/layout/IconLabelList"/>
    <dgm:cxn modelId="{B6ABB610-03E6-4516-9022-2396BE2EAE75}" type="presParOf" srcId="{48C02770-EE64-4A0B-A878-E9E4817F3D8E}" destId="{1A7BC19F-2F05-4910-BC88-D5C6A8D78F97}" srcOrd="1" destOrd="0" presId="urn:microsoft.com/office/officeart/2018/2/layout/IconLabelList"/>
    <dgm:cxn modelId="{964A14CD-A0B3-4555-AAC9-1440E7EAD50D}" type="presParOf" srcId="{48C02770-EE64-4A0B-A878-E9E4817F3D8E}" destId="{CF5C8027-29B1-4D69-BA79-939A1767B940}" srcOrd="2" destOrd="0" presId="urn:microsoft.com/office/officeart/2018/2/layout/IconLabelList"/>
    <dgm:cxn modelId="{5901CAC8-CF03-43D1-B551-4FE4987B8D7E}" type="presParOf" srcId="{6E7A9381-2E53-4274-A861-9A408EFBB993}" destId="{6AA59CB5-FDF1-4AB0-BEFF-B78EE5CCDC75}" srcOrd="1" destOrd="0" presId="urn:microsoft.com/office/officeart/2018/2/layout/IconLabelList"/>
    <dgm:cxn modelId="{8B139BEF-CD17-407D-AE3C-1E454578F762}" type="presParOf" srcId="{6E7A9381-2E53-4274-A861-9A408EFBB993}" destId="{C7462B1A-F714-4848-9C22-C27699188CCE}" srcOrd="2" destOrd="0" presId="urn:microsoft.com/office/officeart/2018/2/layout/IconLabelList"/>
    <dgm:cxn modelId="{02F558CA-EB36-4BA7-B9AB-8C68B03BEF8D}" type="presParOf" srcId="{C7462B1A-F714-4848-9C22-C27699188CCE}" destId="{28B58D30-5337-4DD4-878D-E04D2D0F57FD}" srcOrd="0" destOrd="0" presId="urn:microsoft.com/office/officeart/2018/2/layout/IconLabelList"/>
    <dgm:cxn modelId="{E383CDC1-B8FD-4BA7-92AC-FA4538858E59}" type="presParOf" srcId="{C7462B1A-F714-4848-9C22-C27699188CCE}" destId="{5E322ACC-24E7-4C74-BC5D-99BA71971790}" srcOrd="1" destOrd="0" presId="urn:microsoft.com/office/officeart/2018/2/layout/IconLabelList"/>
    <dgm:cxn modelId="{CD67D9B3-A1FD-45B1-BE8D-B6B17F0DCA5E}" type="presParOf" srcId="{C7462B1A-F714-4848-9C22-C27699188CCE}" destId="{4DB494CC-88F5-469F-8C18-8A27EF928E10}" srcOrd="2" destOrd="0" presId="urn:microsoft.com/office/officeart/2018/2/layout/IconLabelList"/>
    <dgm:cxn modelId="{6304C412-FE63-4E19-AF31-1FC51C02DC97}" type="presParOf" srcId="{6E7A9381-2E53-4274-A861-9A408EFBB993}" destId="{EA920D7D-FB79-4F05-9DCC-FFA178979A59}" srcOrd="3" destOrd="0" presId="urn:microsoft.com/office/officeart/2018/2/layout/IconLabelList"/>
    <dgm:cxn modelId="{F114676F-E66A-4DA9-8CB8-DC74B42D7B42}" type="presParOf" srcId="{6E7A9381-2E53-4274-A861-9A408EFBB993}" destId="{C8F4D38D-661B-4A2F-8249-2F11805D2AE3}" srcOrd="4" destOrd="0" presId="urn:microsoft.com/office/officeart/2018/2/layout/IconLabelList"/>
    <dgm:cxn modelId="{CD1D716F-CC09-469F-91BB-8877E28D6691}" type="presParOf" srcId="{C8F4D38D-661B-4A2F-8249-2F11805D2AE3}" destId="{202B315D-67F5-4724-BB47-7DD600A61CA8}" srcOrd="0" destOrd="0" presId="urn:microsoft.com/office/officeart/2018/2/layout/IconLabelList"/>
    <dgm:cxn modelId="{E4886FF6-FE51-4D72-B484-FBCDC10B711D}" type="presParOf" srcId="{C8F4D38D-661B-4A2F-8249-2F11805D2AE3}" destId="{02E040DC-E6FF-48A9-8266-6F0C3BD2A8B8}" srcOrd="1" destOrd="0" presId="urn:microsoft.com/office/officeart/2018/2/layout/IconLabelList"/>
    <dgm:cxn modelId="{2CB6B5AC-7BF0-4CFF-8343-477DED0B13D2}" type="presParOf" srcId="{C8F4D38D-661B-4A2F-8249-2F11805D2AE3}" destId="{BF9326DE-5840-4EAE-A886-722D4318F05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D413696-09A8-425E-BF3E-EE7F969CBE9F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22DE31E-2F7F-4DAE-9A1A-5E630CAA051C}">
      <dgm:prSet/>
      <dgm:spPr/>
      <dgm:t>
        <a:bodyPr/>
        <a:lstStyle/>
        <a:p>
          <a:r>
            <a:rPr lang="en-US"/>
            <a:t>Aptitude &amp; reasoning</a:t>
          </a:r>
        </a:p>
      </dgm:t>
    </dgm:pt>
    <dgm:pt modelId="{824E8D48-1E0F-4789-BE5E-4CDDD72BE171}" type="parTrans" cxnId="{209A65DC-228A-48BD-83EC-98D0FD4AE63E}">
      <dgm:prSet/>
      <dgm:spPr/>
      <dgm:t>
        <a:bodyPr/>
        <a:lstStyle/>
        <a:p>
          <a:endParaRPr lang="en-US"/>
        </a:p>
      </dgm:t>
    </dgm:pt>
    <dgm:pt modelId="{CD224301-F96D-4972-B750-1A294A5F69FB}" type="sibTrans" cxnId="{209A65DC-228A-48BD-83EC-98D0FD4AE63E}">
      <dgm:prSet/>
      <dgm:spPr/>
      <dgm:t>
        <a:bodyPr/>
        <a:lstStyle/>
        <a:p>
          <a:endParaRPr lang="en-US"/>
        </a:p>
      </dgm:t>
    </dgm:pt>
    <dgm:pt modelId="{4AF9D296-430A-49A2-9B60-6CFC5D6C2FB6}">
      <dgm:prSet/>
      <dgm:spPr/>
      <dgm:t>
        <a:bodyPr/>
        <a:lstStyle/>
        <a:p>
          <a:r>
            <a:rPr lang="en-US"/>
            <a:t>Core technical skills</a:t>
          </a:r>
        </a:p>
      </dgm:t>
    </dgm:pt>
    <dgm:pt modelId="{72F8EB59-7264-4560-A5A4-8A93C403D38D}" type="parTrans" cxnId="{6DB78131-EDDF-4A14-99F6-2A8816FA7257}">
      <dgm:prSet/>
      <dgm:spPr/>
      <dgm:t>
        <a:bodyPr/>
        <a:lstStyle/>
        <a:p>
          <a:endParaRPr lang="en-US"/>
        </a:p>
      </dgm:t>
    </dgm:pt>
    <dgm:pt modelId="{C590D20E-1DA4-48A4-B36E-5FB4D888324C}" type="sibTrans" cxnId="{6DB78131-EDDF-4A14-99F6-2A8816FA7257}">
      <dgm:prSet/>
      <dgm:spPr/>
      <dgm:t>
        <a:bodyPr/>
        <a:lstStyle/>
        <a:p>
          <a:endParaRPr lang="en-US"/>
        </a:p>
      </dgm:t>
    </dgm:pt>
    <dgm:pt modelId="{BFC6F557-0133-4E58-9F00-5F15D92F7163}">
      <dgm:prSet/>
      <dgm:spPr/>
      <dgm:t>
        <a:bodyPr/>
        <a:lstStyle/>
        <a:p>
          <a:r>
            <a:rPr lang="en-US"/>
            <a:t>Programming &amp; projects</a:t>
          </a:r>
        </a:p>
      </dgm:t>
    </dgm:pt>
    <dgm:pt modelId="{7360B95F-827B-442C-99AC-602C27427ED1}" type="parTrans" cxnId="{0D59AFBC-668C-4799-89D4-F31B85604E68}">
      <dgm:prSet/>
      <dgm:spPr/>
      <dgm:t>
        <a:bodyPr/>
        <a:lstStyle/>
        <a:p>
          <a:endParaRPr lang="en-US"/>
        </a:p>
      </dgm:t>
    </dgm:pt>
    <dgm:pt modelId="{9092DADB-0521-4AF6-B5B8-B05611887383}" type="sibTrans" cxnId="{0D59AFBC-668C-4799-89D4-F31B85604E68}">
      <dgm:prSet/>
      <dgm:spPr/>
      <dgm:t>
        <a:bodyPr/>
        <a:lstStyle/>
        <a:p>
          <a:endParaRPr lang="en-US"/>
        </a:p>
      </dgm:t>
    </dgm:pt>
    <dgm:pt modelId="{5783B0A2-8566-4D1C-AB85-6A17B39555B5}">
      <dgm:prSet/>
      <dgm:spPr/>
      <dgm:t>
        <a:bodyPr/>
        <a:lstStyle/>
        <a:p>
          <a:r>
            <a:rPr lang="en-US"/>
            <a:t>Communication &amp; resume</a:t>
          </a:r>
        </a:p>
      </dgm:t>
    </dgm:pt>
    <dgm:pt modelId="{CF98D954-FF1B-48B7-8FF9-826784CBD14F}" type="parTrans" cxnId="{198F7383-77C5-4E2D-A689-CA3241D0F7F4}">
      <dgm:prSet/>
      <dgm:spPr/>
      <dgm:t>
        <a:bodyPr/>
        <a:lstStyle/>
        <a:p>
          <a:endParaRPr lang="en-US"/>
        </a:p>
      </dgm:t>
    </dgm:pt>
    <dgm:pt modelId="{2683D790-1DE9-4A5F-9BAC-17B68290BDC4}" type="sibTrans" cxnId="{198F7383-77C5-4E2D-A689-CA3241D0F7F4}">
      <dgm:prSet/>
      <dgm:spPr/>
      <dgm:t>
        <a:bodyPr/>
        <a:lstStyle/>
        <a:p>
          <a:endParaRPr lang="en-US"/>
        </a:p>
      </dgm:t>
    </dgm:pt>
    <dgm:pt modelId="{5286689E-C364-46E2-8E2E-420D93008200}" type="pres">
      <dgm:prSet presAssocID="{3D413696-09A8-425E-BF3E-EE7F969CBE9F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A7C0981C-E372-4FB3-AE67-0C63A4BB2848}" type="pres">
      <dgm:prSet presAssocID="{3D413696-09A8-425E-BF3E-EE7F969CBE9F}" presName="diamond" presStyleLbl="bgShp" presStyleIdx="0" presStyleCnt="1"/>
      <dgm:spPr/>
    </dgm:pt>
    <dgm:pt modelId="{72D724FE-11AF-427D-861A-34FAACA5155F}" type="pres">
      <dgm:prSet presAssocID="{3D413696-09A8-425E-BF3E-EE7F969CBE9F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99845AB-365B-47CC-BF16-27EA74D88240}" type="pres">
      <dgm:prSet presAssocID="{3D413696-09A8-425E-BF3E-EE7F969CBE9F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584C355-3F69-4BF2-926E-EFE6874153CB}" type="pres">
      <dgm:prSet presAssocID="{3D413696-09A8-425E-BF3E-EE7F969CBE9F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E69E5B2-9AA5-4FD1-BEA9-21B3A412BA0C}" type="pres">
      <dgm:prSet presAssocID="{3D413696-09A8-425E-BF3E-EE7F969CBE9F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0D59AFBC-668C-4799-89D4-F31B85604E68}" srcId="{3D413696-09A8-425E-BF3E-EE7F969CBE9F}" destId="{BFC6F557-0133-4E58-9F00-5F15D92F7163}" srcOrd="2" destOrd="0" parTransId="{7360B95F-827B-442C-99AC-602C27427ED1}" sibTransId="{9092DADB-0521-4AF6-B5B8-B05611887383}"/>
    <dgm:cxn modelId="{209A65DC-228A-48BD-83EC-98D0FD4AE63E}" srcId="{3D413696-09A8-425E-BF3E-EE7F969CBE9F}" destId="{A22DE31E-2F7F-4DAE-9A1A-5E630CAA051C}" srcOrd="0" destOrd="0" parTransId="{824E8D48-1E0F-4789-BE5E-4CDDD72BE171}" sibTransId="{CD224301-F96D-4972-B750-1A294A5F69FB}"/>
    <dgm:cxn modelId="{198F7383-77C5-4E2D-A689-CA3241D0F7F4}" srcId="{3D413696-09A8-425E-BF3E-EE7F969CBE9F}" destId="{5783B0A2-8566-4D1C-AB85-6A17B39555B5}" srcOrd="3" destOrd="0" parTransId="{CF98D954-FF1B-48B7-8FF9-826784CBD14F}" sibTransId="{2683D790-1DE9-4A5F-9BAC-17B68290BDC4}"/>
    <dgm:cxn modelId="{27AC5101-3D11-4180-B5A5-0344585F3118}" type="presOf" srcId="{3D413696-09A8-425E-BF3E-EE7F969CBE9F}" destId="{5286689E-C364-46E2-8E2E-420D93008200}" srcOrd="0" destOrd="0" presId="urn:microsoft.com/office/officeart/2005/8/layout/matrix3"/>
    <dgm:cxn modelId="{044D9430-BB62-484B-884B-6F71CC76A447}" type="presOf" srcId="{A22DE31E-2F7F-4DAE-9A1A-5E630CAA051C}" destId="{72D724FE-11AF-427D-861A-34FAACA5155F}" srcOrd="0" destOrd="0" presId="urn:microsoft.com/office/officeart/2005/8/layout/matrix3"/>
    <dgm:cxn modelId="{6DB78131-EDDF-4A14-99F6-2A8816FA7257}" srcId="{3D413696-09A8-425E-BF3E-EE7F969CBE9F}" destId="{4AF9D296-430A-49A2-9B60-6CFC5D6C2FB6}" srcOrd="1" destOrd="0" parTransId="{72F8EB59-7264-4560-A5A4-8A93C403D38D}" sibTransId="{C590D20E-1DA4-48A4-B36E-5FB4D888324C}"/>
    <dgm:cxn modelId="{103884CF-8C81-4659-9E92-DB0FEB2E916C}" type="presOf" srcId="{BFC6F557-0133-4E58-9F00-5F15D92F7163}" destId="{4584C355-3F69-4BF2-926E-EFE6874153CB}" srcOrd="0" destOrd="0" presId="urn:microsoft.com/office/officeart/2005/8/layout/matrix3"/>
    <dgm:cxn modelId="{6EF7F830-E2E5-489F-AD3C-FE31C3ED7C4C}" type="presOf" srcId="{4AF9D296-430A-49A2-9B60-6CFC5D6C2FB6}" destId="{799845AB-365B-47CC-BF16-27EA74D88240}" srcOrd="0" destOrd="0" presId="urn:microsoft.com/office/officeart/2005/8/layout/matrix3"/>
    <dgm:cxn modelId="{DB275D93-B028-47C8-9342-09458AEA1B36}" type="presOf" srcId="{5783B0A2-8566-4D1C-AB85-6A17B39555B5}" destId="{AE69E5B2-9AA5-4FD1-BEA9-21B3A412BA0C}" srcOrd="0" destOrd="0" presId="urn:microsoft.com/office/officeart/2005/8/layout/matrix3"/>
    <dgm:cxn modelId="{20AFC8F9-FF4F-4E21-93DD-B9341191604C}" type="presParOf" srcId="{5286689E-C364-46E2-8E2E-420D93008200}" destId="{A7C0981C-E372-4FB3-AE67-0C63A4BB2848}" srcOrd="0" destOrd="0" presId="urn:microsoft.com/office/officeart/2005/8/layout/matrix3"/>
    <dgm:cxn modelId="{E396E421-FF39-4284-91FB-E327EBC37809}" type="presParOf" srcId="{5286689E-C364-46E2-8E2E-420D93008200}" destId="{72D724FE-11AF-427D-861A-34FAACA5155F}" srcOrd="1" destOrd="0" presId="urn:microsoft.com/office/officeart/2005/8/layout/matrix3"/>
    <dgm:cxn modelId="{C99ED788-B8CF-4740-B792-B566683C6B79}" type="presParOf" srcId="{5286689E-C364-46E2-8E2E-420D93008200}" destId="{799845AB-365B-47CC-BF16-27EA74D88240}" srcOrd="2" destOrd="0" presId="urn:microsoft.com/office/officeart/2005/8/layout/matrix3"/>
    <dgm:cxn modelId="{B3D77468-2394-4EAE-990F-AD70062CA334}" type="presParOf" srcId="{5286689E-C364-46E2-8E2E-420D93008200}" destId="{4584C355-3F69-4BF2-926E-EFE6874153CB}" srcOrd="3" destOrd="0" presId="urn:microsoft.com/office/officeart/2005/8/layout/matrix3"/>
    <dgm:cxn modelId="{76CC0297-9B28-401B-8161-2C3B8374A03A}" type="presParOf" srcId="{5286689E-C364-46E2-8E2E-420D93008200}" destId="{AE69E5B2-9AA5-4FD1-BEA9-21B3A412BA0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681845-4D39-4225-B85D-DA7CF03323D4}">
      <dsp:nvSpPr>
        <dsp:cNvPr id="0" name=""/>
        <dsp:cNvSpPr/>
      </dsp:nvSpPr>
      <dsp:spPr>
        <a:xfrm>
          <a:off x="1519199" y="325888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075863-595A-4C1A-A020-E9429FC41D82}">
      <dsp:nvSpPr>
        <dsp:cNvPr id="0" name=""/>
        <dsp:cNvSpPr/>
      </dsp:nvSpPr>
      <dsp:spPr>
        <a:xfrm>
          <a:off x="331199" y="274019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0" kern="1200"/>
            <a:t>Service </a:t>
          </a:r>
        </a:p>
      </dsp:txBody>
      <dsp:txXfrm>
        <a:off x="331199" y="2740191"/>
        <a:ext cx="4320000" cy="720000"/>
      </dsp:txXfrm>
    </dsp:sp>
    <dsp:sp modelId="{DE6ADFAE-5EE0-4EEC-88E7-3BC1162E5BB3}">
      <dsp:nvSpPr>
        <dsp:cNvPr id="0" name=""/>
        <dsp:cNvSpPr/>
      </dsp:nvSpPr>
      <dsp:spPr>
        <a:xfrm>
          <a:off x="6595199" y="325888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5A7EDF-43DC-4050-9D65-91C5EAD3F155}">
      <dsp:nvSpPr>
        <dsp:cNvPr id="0" name=""/>
        <dsp:cNvSpPr/>
      </dsp:nvSpPr>
      <dsp:spPr>
        <a:xfrm>
          <a:off x="5407199" y="274019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0" kern="1200" dirty="0" smtClean="0"/>
            <a:t>Product</a:t>
          </a:r>
          <a:endParaRPr lang="en-US" sz="5000" kern="1200" dirty="0"/>
        </a:p>
      </dsp:txBody>
      <dsp:txXfrm>
        <a:off x="5407199" y="2740191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4AA95-5FE0-4165-A1FA-8FC931A258B6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AA1B87-8F2A-4F00-9596-134C0C508B6E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Builds websites and web applications.</a:t>
          </a:r>
        </a:p>
      </dsp:txBody>
      <dsp:txXfrm>
        <a:off x="285097" y="2346338"/>
        <a:ext cx="2832300" cy="720000"/>
      </dsp:txXfrm>
    </dsp:sp>
    <dsp:sp modelId="{BF8E5302-8A3A-4EEF-ACB1-067EFFAB9FEC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FCA42-F81B-4BD5-BB10-560C386D6D12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Uses HTML, CSS, JavaScript, React, Node.js.</a:t>
          </a:r>
        </a:p>
      </dsp:txBody>
      <dsp:txXfrm>
        <a:off x="3613050" y="2346338"/>
        <a:ext cx="2832300" cy="720000"/>
      </dsp:txXfrm>
    </dsp:sp>
    <dsp:sp modelId="{0280912A-C227-46FA-9103-E343B1702EEB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F7DC72-0373-4A3F-AEF4-55BB07426D9E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/>
            <a:t>Examples:</a:t>
          </a:r>
          <a:r>
            <a:rPr lang="en-US" sz="1300" kern="1200"/>
            <a:t> E-commerce sites, company websites</a:t>
          </a:r>
          <a:br>
            <a:rPr lang="en-US" sz="1300" kern="1200"/>
          </a:br>
          <a:r>
            <a:rPr lang="en-US" sz="1300" kern="1200"/>
            <a:t> </a:t>
          </a:r>
          <a:r>
            <a:rPr lang="en-US" sz="1300" b="1" kern="1200"/>
            <a:t>Careers:</a:t>
          </a:r>
          <a:r>
            <a:rPr lang="en-US" sz="1300" kern="1200"/>
            <a:t> Frontend, Backend, Full-Stack Developer</a:t>
          </a:r>
        </a:p>
      </dsp:txBody>
      <dsp:txXfrm>
        <a:off x="6941002" y="2346338"/>
        <a:ext cx="28323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51A3D7-A0D2-4D0D-973F-6ECE660F73D5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990387-27AA-4A02-BAD2-9826EDAD8F39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Develops apps for Android and iOS.</a:t>
          </a:r>
        </a:p>
      </dsp:txBody>
      <dsp:txXfrm>
        <a:off x="285097" y="2346338"/>
        <a:ext cx="2832300" cy="720000"/>
      </dsp:txXfrm>
    </dsp:sp>
    <dsp:sp modelId="{542648E6-2181-4CA2-8D2A-16073E6D73D5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9718CD-0142-44F4-A08B-7D9A8BD2196F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Uses Java, Kotlin, Flutter, React Native.</a:t>
          </a:r>
        </a:p>
      </dsp:txBody>
      <dsp:txXfrm>
        <a:off x="3613050" y="2346338"/>
        <a:ext cx="2832300" cy="720000"/>
      </dsp:txXfrm>
    </dsp:sp>
    <dsp:sp modelId="{6D871AED-2956-4545-9B5B-3F65EFBEED73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8369FC-3C81-47DF-BC38-475CDC427A28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/>
            <a:t>Examples:</a:t>
          </a:r>
          <a:r>
            <a:rPr lang="en-US" sz="1300" kern="1200"/>
            <a:t> Banking apps, food delivery apps</a:t>
          </a:r>
          <a:br>
            <a:rPr lang="en-US" sz="1300" kern="1200"/>
          </a:br>
          <a:r>
            <a:rPr lang="en-US" sz="1300" kern="1200"/>
            <a:t> </a:t>
          </a:r>
          <a:r>
            <a:rPr lang="en-US" sz="1300" b="1" kern="1200"/>
            <a:t>Careers:</a:t>
          </a:r>
          <a:r>
            <a:rPr lang="en-US" sz="1300" kern="1200"/>
            <a:t> Android / iOS / Flutter Developer</a:t>
          </a:r>
        </a:p>
      </dsp:txBody>
      <dsp:txXfrm>
        <a:off x="6941002" y="2346338"/>
        <a:ext cx="28323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DD0E5A-85F6-4BB2-97A5-99EA1729A1E4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D23389-C75D-4F5F-A616-02B50DF5C8CD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Manages applications and data on the cloud.</a:t>
          </a:r>
        </a:p>
      </dsp:txBody>
      <dsp:txXfrm>
        <a:off x="285097" y="2346338"/>
        <a:ext cx="2832300" cy="720000"/>
      </dsp:txXfrm>
    </dsp:sp>
    <dsp:sp modelId="{371B0E34-ACE2-4A5A-8450-69C4B26773C2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A81062-368D-49A4-8ACA-309F69D314C2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Uses AWS, Azure, Google Cloud.</a:t>
          </a:r>
        </a:p>
      </dsp:txBody>
      <dsp:txXfrm>
        <a:off x="3613050" y="2346338"/>
        <a:ext cx="2832300" cy="720000"/>
      </dsp:txXfrm>
    </dsp:sp>
    <dsp:sp modelId="{A741CC03-2D2E-4DD9-9AE3-DF9B100E4811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A37B99-9F3A-49B1-A546-9E78A82244D1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/>
            <a:t>Examples:</a:t>
          </a:r>
          <a:r>
            <a:rPr lang="en-US" sz="1300" kern="1200"/>
            <a:t> Cloud hosting, SaaS platforms</a:t>
          </a:r>
          <a:br>
            <a:rPr lang="en-US" sz="1300" kern="1200"/>
          </a:br>
          <a:r>
            <a:rPr lang="en-US" sz="1300" kern="1200"/>
            <a:t> </a:t>
          </a:r>
          <a:r>
            <a:rPr lang="en-US" sz="1300" b="1" kern="1200"/>
            <a:t>Careers:</a:t>
          </a:r>
          <a:r>
            <a:rPr lang="en-US" sz="1300" kern="1200"/>
            <a:t> Cloud Engineer, DevOps Engineer</a:t>
          </a:r>
        </a:p>
      </dsp:txBody>
      <dsp:txXfrm>
        <a:off x="6941002" y="2346338"/>
        <a:ext cx="28323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4AD12B-3C67-4F37-AEFB-CA008DFC1BF1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FC0AFA-6012-4343-B32A-50D1A2B41462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Analyzes data to find insights.</a:t>
          </a:r>
        </a:p>
      </dsp:txBody>
      <dsp:txXfrm>
        <a:off x="285097" y="2346338"/>
        <a:ext cx="2832300" cy="720000"/>
      </dsp:txXfrm>
    </dsp:sp>
    <dsp:sp modelId="{BED85378-B08E-494B-A5BE-D11966E8DB20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BB0748-4061-44C2-BB2F-2BC74FD4FE86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Uses Python, SQL, Power BI, Machine Learning.</a:t>
          </a:r>
        </a:p>
      </dsp:txBody>
      <dsp:txXfrm>
        <a:off x="3613050" y="2346338"/>
        <a:ext cx="2832300" cy="720000"/>
      </dsp:txXfrm>
    </dsp:sp>
    <dsp:sp modelId="{4A1D360A-6A17-4F5C-88D3-2E73252A29D0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DE116-2490-4F80-8A53-68C8F0DE256D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/>
            <a:t>Examples:</a:t>
          </a:r>
          <a:r>
            <a:rPr lang="en-US" sz="1300" kern="1200"/>
            <a:t> Sales prediction, user behavior analysis</a:t>
          </a:r>
          <a:br>
            <a:rPr lang="en-US" sz="1300" kern="1200"/>
          </a:br>
          <a:r>
            <a:rPr lang="en-US" sz="1300" kern="1200"/>
            <a:t> </a:t>
          </a:r>
          <a:r>
            <a:rPr lang="en-US" sz="1300" b="1" kern="1200"/>
            <a:t>Careers:</a:t>
          </a:r>
          <a:r>
            <a:rPr lang="en-US" sz="1300" kern="1200"/>
            <a:t> Data Analyst, Data Scientist</a:t>
          </a:r>
        </a:p>
      </dsp:txBody>
      <dsp:txXfrm>
        <a:off x="6941002" y="2346338"/>
        <a:ext cx="28323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384C64-1771-4C88-A7C9-4BACD2AF20DC}">
      <dsp:nvSpPr>
        <dsp:cNvPr id="0" name=""/>
        <dsp:cNvSpPr/>
      </dsp:nvSpPr>
      <dsp:spPr>
        <a:xfrm>
          <a:off x="616949" y="340539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13BD41-F3A7-4533-8C31-89D6B6741CCC}">
      <dsp:nvSpPr>
        <dsp:cNvPr id="0" name=""/>
        <dsp:cNvSpPr/>
      </dsp:nvSpPr>
      <dsp:spPr>
        <a:xfrm>
          <a:off x="1004512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13F98F-6ECE-4E5C-A77E-CCEA6B078647}">
      <dsp:nvSpPr>
        <dsp:cNvPr id="0" name=""/>
        <dsp:cNvSpPr/>
      </dsp:nvSpPr>
      <dsp:spPr>
        <a:xfrm>
          <a:off x="35606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100" kern="1200"/>
            <a:t>Builds intelligent systems that learn from data.</a:t>
          </a:r>
        </a:p>
      </dsp:txBody>
      <dsp:txXfrm>
        <a:off x="35606" y="2725540"/>
        <a:ext cx="2981250" cy="720000"/>
      </dsp:txXfrm>
    </dsp:sp>
    <dsp:sp modelId="{43A0C19D-B115-45BD-BDAE-55E243BA047F}">
      <dsp:nvSpPr>
        <dsp:cNvPr id="0" name=""/>
        <dsp:cNvSpPr/>
      </dsp:nvSpPr>
      <dsp:spPr>
        <a:xfrm>
          <a:off x="4119918" y="340539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6E6054-5BD1-4486-977D-58252461C4DA}">
      <dsp:nvSpPr>
        <dsp:cNvPr id="0" name=""/>
        <dsp:cNvSpPr/>
      </dsp:nvSpPr>
      <dsp:spPr>
        <a:xfrm>
          <a:off x="4507481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B36369-2472-4069-AF47-1F0277386596}">
      <dsp:nvSpPr>
        <dsp:cNvPr id="0" name=""/>
        <dsp:cNvSpPr/>
      </dsp:nvSpPr>
      <dsp:spPr>
        <a:xfrm>
          <a:off x="3538574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100" kern="1200"/>
            <a:t>Uses Python, TensorFlow, NLP, Computer Vision.</a:t>
          </a:r>
        </a:p>
      </dsp:txBody>
      <dsp:txXfrm>
        <a:off x="3538574" y="2725540"/>
        <a:ext cx="2981250" cy="720000"/>
      </dsp:txXfrm>
    </dsp:sp>
    <dsp:sp modelId="{679B5859-FC4E-4FEF-92F9-A6CDBEBF92F8}">
      <dsp:nvSpPr>
        <dsp:cNvPr id="0" name=""/>
        <dsp:cNvSpPr/>
      </dsp:nvSpPr>
      <dsp:spPr>
        <a:xfrm>
          <a:off x="7622887" y="340539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46FEED-F39F-4F16-8F23-80CF3E3C1BF1}">
      <dsp:nvSpPr>
        <dsp:cNvPr id="0" name=""/>
        <dsp:cNvSpPr/>
      </dsp:nvSpPr>
      <dsp:spPr>
        <a:xfrm>
          <a:off x="8010450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7C2E5-7722-4475-B208-96B61C16A001}">
      <dsp:nvSpPr>
        <dsp:cNvPr id="0" name=""/>
        <dsp:cNvSpPr/>
      </dsp:nvSpPr>
      <dsp:spPr>
        <a:xfrm>
          <a:off x="7041543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100" b="1" kern="1200"/>
            <a:t>Examples:</a:t>
          </a:r>
          <a:r>
            <a:rPr lang="en-US" sz="1100" kern="1200"/>
            <a:t> Chatbots, disease detection, recommendation systems</a:t>
          </a:r>
          <a:br>
            <a:rPr lang="en-US" sz="1100" kern="1200"/>
          </a:br>
          <a:r>
            <a:rPr lang="en-US" sz="1100" kern="1200"/>
            <a:t> </a:t>
          </a:r>
          <a:r>
            <a:rPr lang="en-US" sz="1100" b="1" kern="1200"/>
            <a:t>Careers:</a:t>
          </a:r>
          <a:r>
            <a:rPr lang="en-US" sz="1100" kern="1200"/>
            <a:t> AI/ML Engineer, Research Engineer</a:t>
          </a:r>
        </a:p>
      </dsp:txBody>
      <dsp:txXfrm>
        <a:off x="7041543" y="2725540"/>
        <a:ext cx="29812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511B47-AB7E-4E50-9098-FF82D84592C4}">
      <dsp:nvSpPr>
        <dsp:cNvPr id="0" name=""/>
        <dsp:cNvSpPr/>
      </dsp:nvSpPr>
      <dsp:spPr>
        <a:xfrm>
          <a:off x="785" y="0"/>
          <a:ext cx="3182540" cy="378608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364" tIns="0" rIns="314364" bIns="33020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/>
            <a:t>Protects systems from cyber attacks.</a:t>
          </a:r>
        </a:p>
      </dsp:txBody>
      <dsp:txXfrm>
        <a:off x="785" y="1514431"/>
        <a:ext cx="3182540" cy="2271648"/>
      </dsp:txXfrm>
    </dsp:sp>
    <dsp:sp modelId="{EE96E92C-7ECE-437B-A7F8-A1B70B9E665E}">
      <dsp:nvSpPr>
        <dsp:cNvPr id="0" name=""/>
        <dsp:cNvSpPr/>
      </dsp:nvSpPr>
      <dsp:spPr>
        <a:xfrm>
          <a:off x="785" y="0"/>
          <a:ext cx="3182540" cy="151443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364" tIns="165100" rIns="314364" bIns="165100" numCol="1" spcCol="1270" anchor="ctr" anchorCtr="0">
          <a:noAutofit/>
        </a:bodyPr>
        <a:lstStyle/>
        <a:p>
          <a:pPr lvl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600" kern="1200"/>
            <a:t>01</a:t>
          </a:r>
        </a:p>
      </dsp:txBody>
      <dsp:txXfrm>
        <a:off x="785" y="0"/>
        <a:ext cx="3182540" cy="1514432"/>
      </dsp:txXfrm>
    </dsp:sp>
    <dsp:sp modelId="{39B9E964-CC00-43DE-999D-C257B7FAC4EF}">
      <dsp:nvSpPr>
        <dsp:cNvPr id="0" name=""/>
        <dsp:cNvSpPr/>
      </dsp:nvSpPr>
      <dsp:spPr>
        <a:xfrm>
          <a:off x="3437929" y="0"/>
          <a:ext cx="3182540" cy="3786080"/>
        </a:xfrm>
        <a:prstGeom prst="rect">
          <a:avLst/>
        </a:prstGeom>
        <a:solidFill>
          <a:schemeClr val="accent2">
            <a:hueOff val="-665912"/>
            <a:satOff val="-293"/>
            <a:lumOff val="784"/>
            <a:alphaOff val="0"/>
          </a:schemeClr>
        </a:solidFill>
        <a:ln w="15875" cap="flat" cmpd="sng" algn="ctr">
          <a:solidFill>
            <a:schemeClr val="accent2">
              <a:hueOff val="-665912"/>
              <a:satOff val="-293"/>
              <a:lumOff val="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364" tIns="0" rIns="314364" bIns="33020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/>
            <a:t>Uses ethical hacking, network security tools.</a:t>
          </a:r>
        </a:p>
      </dsp:txBody>
      <dsp:txXfrm>
        <a:off x="3437929" y="1514431"/>
        <a:ext cx="3182540" cy="2271648"/>
      </dsp:txXfrm>
    </dsp:sp>
    <dsp:sp modelId="{B82BCAB4-DE65-4EA9-AD1E-A59429CF6F50}">
      <dsp:nvSpPr>
        <dsp:cNvPr id="0" name=""/>
        <dsp:cNvSpPr/>
      </dsp:nvSpPr>
      <dsp:spPr>
        <a:xfrm>
          <a:off x="3437929" y="0"/>
          <a:ext cx="3182540" cy="151443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364" tIns="165100" rIns="314364" bIns="165100" numCol="1" spcCol="1270" anchor="ctr" anchorCtr="0">
          <a:noAutofit/>
        </a:bodyPr>
        <a:lstStyle/>
        <a:p>
          <a:pPr lvl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600" kern="1200"/>
            <a:t>02</a:t>
          </a:r>
        </a:p>
      </dsp:txBody>
      <dsp:txXfrm>
        <a:off x="3437929" y="0"/>
        <a:ext cx="3182540" cy="1514432"/>
      </dsp:txXfrm>
    </dsp:sp>
    <dsp:sp modelId="{E744DAE2-BF9D-4700-89C5-7585070BBE91}">
      <dsp:nvSpPr>
        <dsp:cNvPr id="0" name=""/>
        <dsp:cNvSpPr/>
      </dsp:nvSpPr>
      <dsp:spPr>
        <a:xfrm>
          <a:off x="6875073" y="0"/>
          <a:ext cx="3182540" cy="3786080"/>
        </a:xfrm>
        <a:prstGeom prst="rect">
          <a:avLst/>
        </a:prstGeom>
        <a:solidFill>
          <a:schemeClr val="accent2">
            <a:hueOff val="-1331825"/>
            <a:satOff val="-586"/>
            <a:lumOff val="1569"/>
            <a:alphaOff val="0"/>
          </a:schemeClr>
        </a:solidFill>
        <a:ln w="15875" cap="flat" cmpd="sng" algn="ctr">
          <a:solidFill>
            <a:schemeClr val="accent2">
              <a:hueOff val="-1331825"/>
              <a:satOff val="-586"/>
              <a:lumOff val="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364" tIns="0" rIns="314364" bIns="33020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/>
            <a:t>Examples:</a:t>
          </a:r>
          <a:r>
            <a:rPr lang="en-US" sz="2400" kern="1200"/>
            <a:t> Firewall systems, penetration testing</a:t>
          </a:r>
          <a:br>
            <a:rPr lang="en-US" sz="2400" kern="1200"/>
          </a:br>
          <a:r>
            <a:rPr lang="en-US" sz="2400" kern="1200"/>
            <a:t> </a:t>
          </a:r>
          <a:r>
            <a:rPr lang="en-US" sz="2400" b="1" kern="1200"/>
            <a:t>Careers:</a:t>
          </a:r>
          <a:r>
            <a:rPr lang="en-US" sz="2400" kern="1200"/>
            <a:t> Security Analyst, Ethical Hacker</a:t>
          </a:r>
        </a:p>
      </dsp:txBody>
      <dsp:txXfrm>
        <a:off x="6875073" y="1514431"/>
        <a:ext cx="3182540" cy="2271648"/>
      </dsp:txXfrm>
    </dsp:sp>
    <dsp:sp modelId="{50128258-B7F4-48ED-8A66-0DD23F2F3986}">
      <dsp:nvSpPr>
        <dsp:cNvPr id="0" name=""/>
        <dsp:cNvSpPr/>
      </dsp:nvSpPr>
      <dsp:spPr>
        <a:xfrm>
          <a:off x="6875073" y="0"/>
          <a:ext cx="3182540" cy="151443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364" tIns="165100" rIns="314364" bIns="165100" numCol="1" spcCol="1270" anchor="ctr" anchorCtr="0">
          <a:noAutofit/>
        </a:bodyPr>
        <a:lstStyle/>
        <a:p>
          <a:pPr lvl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600" kern="1200"/>
            <a:t>03</a:t>
          </a:r>
        </a:p>
      </dsp:txBody>
      <dsp:txXfrm>
        <a:off x="6875073" y="0"/>
        <a:ext cx="3182540" cy="15144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F1610-307E-4B9B-82F9-F141995FFAB4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75D81-F8E3-4D5C-BEE2-2936DE7AB47F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Connects devices to the internet.</a:t>
          </a:r>
        </a:p>
      </dsp:txBody>
      <dsp:txXfrm>
        <a:off x="285097" y="2346338"/>
        <a:ext cx="2832300" cy="720000"/>
      </dsp:txXfrm>
    </dsp:sp>
    <dsp:sp modelId="{F21CA827-DD06-4459-8584-174B1B492ECE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5F8DB6-5FED-4A43-A9A7-A9A3694A19FF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Uses Arduino, sensors, cloud platforms.</a:t>
          </a:r>
        </a:p>
      </dsp:txBody>
      <dsp:txXfrm>
        <a:off x="3613050" y="2346338"/>
        <a:ext cx="2832300" cy="720000"/>
      </dsp:txXfrm>
    </dsp:sp>
    <dsp:sp modelId="{08CC0380-F561-4FE6-9C60-10A1A2C91639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E9FBDA-86DA-4A99-8154-76E3703373FC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/>
            <a:t>Examples:</a:t>
          </a:r>
          <a:r>
            <a:rPr lang="en-US" sz="1300" kern="1200"/>
            <a:t> Smart homes, healthcare monitoring</a:t>
          </a:r>
          <a:br>
            <a:rPr lang="en-US" sz="1300" kern="1200"/>
          </a:br>
          <a:r>
            <a:rPr lang="en-US" sz="1300" kern="1200"/>
            <a:t> </a:t>
          </a:r>
          <a:r>
            <a:rPr lang="en-US" sz="1300" b="1" kern="1200"/>
            <a:t>Careers:</a:t>
          </a:r>
          <a:r>
            <a:rPr lang="en-US" sz="1300" kern="1200"/>
            <a:t> IoT Engineer, Embedded Developer</a:t>
          </a:r>
        </a:p>
      </dsp:txBody>
      <dsp:txXfrm>
        <a:off x="6941002" y="2346338"/>
        <a:ext cx="28323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8022C5-A7E6-411E-9433-5266AB4BB9CD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762E45-D3AA-42C1-93E8-BEA213C2D1CA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Ensures software quality and reliability.</a:t>
          </a:r>
        </a:p>
      </dsp:txBody>
      <dsp:txXfrm>
        <a:off x="285097" y="2346338"/>
        <a:ext cx="2832300" cy="720000"/>
      </dsp:txXfrm>
    </dsp:sp>
    <dsp:sp modelId="{8E432F12-F5E2-4921-AAB6-221E7F98BF46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698042-B022-4AF8-A4A9-6EF163A4F7BE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Uses manual and automation testing tools.</a:t>
          </a:r>
        </a:p>
      </dsp:txBody>
      <dsp:txXfrm>
        <a:off x="3613050" y="2346338"/>
        <a:ext cx="2832300" cy="720000"/>
      </dsp:txXfrm>
    </dsp:sp>
    <dsp:sp modelId="{D20C6C17-4A55-490F-9FBA-030C63057288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01D04B-6B60-4FB9-B7B6-91F76DA25DAC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/>
            <a:t>Examples:</a:t>
          </a:r>
          <a:r>
            <a:rPr lang="en-US" sz="1300" kern="1200"/>
            <a:t> Application testing before release</a:t>
          </a:r>
          <a:br>
            <a:rPr lang="en-US" sz="1300" kern="1200"/>
          </a:br>
          <a:r>
            <a:rPr lang="en-US" sz="1300" kern="1200"/>
            <a:t> </a:t>
          </a:r>
          <a:r>
            <a:rPr lang="en-US" sz="1300" b="1" kern="1200"/>
            <a:t>Careers:</a:t>
          </a:r>
          <a:r>
            <a:rPr lang="en-US" sz="1300" kern="1200"/>
            <a:t> QA Engineer, Automation Tester</a:t>
          </a:r>
        </a:p>
      </dsp:txBody>
      <dsp:txXfrm>
        <a:off x="6941002" y="2346338"/>
        <a:ext cx="28323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7633F2-2D9A-4649-B3E1-52DBF26FE38A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41880-1E99-43DB-8EEC-D788FA08FE2E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Software for business operations.</a:t>
          </a:r>
        </a:p>
      </dsp:txBody>
      <dsp:txXfrm>
        <a:off x="285097" y="2346338"/>
        <a:ext cx="2832300" cy="720000"/>
      </dsp:txXfrm>
    </dsp:sp>
    <dsp:sp modelId="{CF6C8220-A50A-4A28-B973-F4D8DC3581A6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2EE6D7-2713-438C-95E6-03734C478222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Uses ERP, CRM systems (SAP, Zoho).</a:t>
          </a:r>
        </a:p>
      </dsp:txBody>
      <dsp:txXfrm>
        <a:off x="3613050" y="2346338"/>
        <a:ext cx="2832300" cy="720000"/>
      </dsp:txXfrm>
    </dsp:sp>
    <dsp:sp modelId="{3BB26B75-0D86-432E-ADC3-9CD84FEBEBC5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C067B-9E68-489C-8A0F-0419B7871A22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/>
            <a:t>Examples:</a:t>
          </a:r>
          <a:r>
            <a:rPr lang="en-US" sz="1300" kern="1200"/>
            <a:t> HR, payroll, finance systems</a:t>
          </a:r>
          <a:br>
            <a:rPr lang="en-US" sz="1300" kern="1200"/>
          </a:br>
          <a:r>
            <a:rPr lang="en-US" sz="1300" kern="1200"/>
            <a:t> </a:t>
          </a:r>
          <a:r>
            <a:rPr lang="en-US" sz="1300" b="1" kern="1200"/>
            <a:t>Careers:</a:t>
          </a:r>
          <a:r>
            <a:rPr lang="en-US" sz="1300" kern="1200"/>
            <a:t> ERP Consultant, Business Analyst</a:t>
          </a:r>
        </a:p>
      </dsp:txBody>
      <dsp:txXfrm>
        <a:off x="6941002" y="2346338"/>
        <a:ext cx="283230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A1EA68-5510-4220-8456-B7585BC6C857}">
      <dsp:nvSpPr>
        <dsp:cNvPr id="0" name=""/>
        <dsp:cNvSpPr/>
      </dsp:nvSpPr>
      <dsp:spPr>
        <a:xfrm>
          <a:off x="1063980" y="707106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F68995-3200-4621-BD87-2BEE49FBB9DA}">
      <dsp:nvSpPr>
        <dsp:cNvPr id="0" name=""/>
        <dsp:cNvSpPr/>
      </dsp:nvSpPr>
      <dsp:spPr>
        <a:xfrm>
          <a:off x="285097" y="2333784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/>
            <a:t>Aptitude Test</a:t>
          </a:r>
          <a:r>
            <a:rPr lang="en-US" sz="1600" kern="1200"/>
            <a:t> – Logical, quantitative, verbal skills</a:t>
          </a:r>
        </a:p>
      </dsp:txBody>
      <dsp:txXfrm>
        <a:off x="285097" y="2333784"/>
        <a:ext cx="2832300" cy="720000"/>
      </dsp:txXfrm>
    </dsp:sp>
    <dsp:sp modelId="{93A8C587-0D5E-4F14-A172-0DCCDF81F6E7}">
      <dsp:nvSpPr>
        <dsp:cNvPr id="0" name=""/>
        <dsp:cNvSpPr/>
      </dsp:nvSpPr>
      <dsp:spPr>
        <a:xfrm>
          <a:off x="4391932" y="707106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CD26B4-5134-45F4-9559-EB060562CC73}">
      <dsp:nvSpPr>
        <dsp:cNvPr id="0" name=""/>
        <dsp:cNvSpPr/>
      </dsp:nvSpPr>
      <dsp:spPr>
        <a:xfrm>
          <a:off x="3613050" y="2333784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/>
            <a:t>Technical Round</a:t>
          </a:r>
          <a:r>
            <a:rPr lang="en-US" sz="1600" kern="1200"/>
            <a:t> – Core subjects, coding, problem solving</a:t>
          </a:r>
        </a:p>
      </dsp:txBody>
      <dsp:txXfrm>
        <a:off x="3613050" y="2333784"/>
        <a:ext cx="2832300" cy="720000"/>
      </dsp:txXfrm>
    </dsp:sp>
    <dsp:sp modelId="{8B38AF00-2028-419A-ACDD-136D190F8B6B}">
      <dsp:nvSpPr>
        <dsp:cNvPr id="0" name=""/>
        <dsp:cNvSpPr/>
      </dsp:nvSpPr>
      <dsp:spPr>
        <a:xfrm>
          <a:off x="7719885" y="707106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5E260D-1BA5-4740-9A6D-4620D72C0267}">
      <dsp:nvSpPr>
        <dsp:cNvPr id="0" name=""/>
        <dsp:cNvSpPr/>
      </dsp:nvSpPr>
      <dsp:spPr>
        <a:xfrm>
          <a:off x="6941002" y="2333784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/>
            <a:t>HR / Managerial Round</a:t>
          </a:r>
          <a:r>
            <a:rPr lang="en-US" sz="1600" kern="1200"/>
            <a:t> – Communication, attitude, culture fit</a:t>
          </a:r>
        </a:p>
      </dsp:txBody>
      <dsp:txXfrm>
        <a:off x="6941002" y="2333784"/>
        <a:ext cx="283230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248F98-579D-41AF-B5A2-7F69B72D254E}">
      <dsp:nvSpPr>
        <dsp:cNvPr id="0" name=""/>
        <dsp:cNvSpPr/>
      </dsp:nvSpPr>
      <dsp:spPr>
        <a:xfrm>
          <a:off x="344932" y="759090"/>
          <a:ext cx="812133" cy="81213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21F195-1FD6-48A5-B8DF-9487B67ADCA3}">
      <dsp:nvSpPr>
        <dsp:cNvPr id="0" name=""/>
        <dsp:cNvSpPr/>
      </dsp:nvSpPr>
      <dsp:spPr>
        <a:xfrm>
          <a:off x="515480" y="929638"/>
          <a:ext cx="471037" cy="471037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51393C-A1A8-43AA-A998-4A2FA473F83B}">
      <dsp:nvSpPr>
        <dsp:cNvPr id="0" name=""/>
        <dsp:cNvSpPr/>
      </dsp:nvSpPr>
      <dsp:spPr>
        <a:xfrm>
          <a:off x="1331094" y="759090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/>
            <a:t>Group Discussion (GD):</a:t>
          </a:r>
          <a:br>
            <a:rPr lang="en-US" sz="1200" b="1" kern="1200"/>
          </a:br>
          <a:r>
            <a:rPr lang="en-US" sz="1200" b="1" kern="1200"/>
            <a:t> Tests communication, teamwork, and leadership.</a:t>
          </a:r>
          <a:endParaRPr lang="en-US" sz="1200" kern="1200"/>
        </a:p>
      </dsp:txBody>
      <dsp:txXfrm>
        <a:off x="1331094" y="759090"/>
        <a:ext cx="1914313" cy="812133"/>
      </dsp:txXfrm>
    </dsp:sp>
    <dsp:sp modelId="{9486B0C9-27A6-4F16-A3F3-6C54FFBCCFC4}">
      <dsp:nvSpPr>
        <dsp:cNvPr id="0" name=""/>
        <dsp:cNvSpPr/>
      </dsp:nvSpPr>
      <dsp:spPr>
        <a:xfrm>
          <a:off x="3578962" y="759090"/>
          <a:ext cx="812133" cy="81213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175CF5-9B3C-4B44-BECF-46728578BBD2}">
      <dsp:nvSpPr>
        <dsp:cNvPr id="0" name=""/>
        <dsp:cNvSpPr/>
      </dsp:nvSpPr>
      <dsp:spPr>
        <a:xfrm>
          <a:off x="3749510" y="929638"/>
          <a:ext cx="471037" cy="471037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DFE0C9-8A52-4814-93F9-A6F17D87B5D8}">
      <dsp:nvSpPr>
        <dsp:cNvPr id="0" name=""/>
        <dsp:cNvSpPr/>
      </dsp:nvSpPr>
      <dsp:spPr>
        <a:xfrm>
          <a:off x="4565123" y="759090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/>
            <a:t>Coding Round / Hackathon:</a:t>
          </a:r>
          <a:br>
            <a:rPr lang="en-US" sz="1200" b="1" kern="1200"/>
          </a:br>
          <a:r>
            <a:rPr lang="en-US" sz="1200" b="1" kern="1200"/>
            <a:t> Evaluates real-time problem-solving and coding skills.</a:t>
          </a:r>
          <a:endParaRPr lang="en-US" sz="1200" kern="1200"/>
        </a:p>
      </dsp:txBody>
      <dsp:txXfrm>
        <a:off x="4565123" y="759090"/>
        <a:ext cx="1914313" cy="812133"/>
      </dsp:txXfrm>
    </dsp:sp>
    <dsp:sp modelId="{FC6D443E-7038-49FA-8A2B-D41B5FDDA1F1}">
      <dsp:nvSpPr>
        <dsp:cNvPr id="0" name=""/>
        <dsp:cNvSpPr/>
      </dsp:nvSpPr>
      <dsp:spPr>
        <a:xfrm>
          <a:off x="6812992" y="759090"/>
          <a:ext cx="812133" cy="81213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AC6E9F-3538-4E9A-B215-1CC5077447A5}">
      <dsp:nvSpPr>
        <dsp:cNvPr id="0" name=""/>
        <dsp:cNvSpPr/>
      </dsp:nvSpPr>
      <dsp:spPr>
        <a:xfrm>
          <a:off x="6983540" y="929638"/>
          <a:ext cx="471037" cy="471037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E73AB4-1833-40A7-9F96-300DDBA77C29}">
      <dsp:nvSpPr>
        <dsp:cNvPr id="0" name=""/>
        <dsp:cNvSpPr/>
      </dsp:nvSpPr>
      <dsp:spPr>
        <a:xfrm>
          <a:off x="7799153" y="759090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/>
            <a:t>Technical Assessment:</a:t>
          </a:r>
          <a:br>
            <a:rPr lang="en-US" sz="1200" b="1" kern="1200"/>
          </a:br>
          <a:r>
            <a:rPr lang="en-US" sz="1200" b="1" kern="1200"/>
            <a:t> Deep evaluation of domain knowledge or projects.</a:t>
          </a:r>
          <a:endParaRPr lang="en-US" sz="1200" kern="1200"/>
        </a:p>
      </dsp:txBody>
      <dsp:txXfrm>
        <a:off x="7799153" y="759090"/>
        <a:ext cx="1914313" cy="812133"/>
      </dsp:txXfrm>
    </dsp:sp>
    <dsp:sp modelId="{CDFACAE6-744A-4F71-829C-1B8D23E7A5DF}">
      <dsp:nvSpPr>
        <dsp:cNvPr id="0" name=""/>
        <dsp:cNvSpPr/>
      </dsp:nvSpPr>
      <dsp:spPr>
        <a:xfrm>
          <a:off x="344932" y="2214856"/>
          <a:ext cx="812133" cy="81213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A5447E-9810-48FE-9DD6-5D9615702EDC}">
      <dsp:nvSpPr>
        <dsp:cNvPr id="0" name=""/>
        <dsp:cNvSpPr/>
      </dsp:nvSpPr>
      <dsp:spPr>
        <a:xfrm>
          <a:off x="515480" y="2385404"/>
          <a:ext cx="471037" cy="471037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89B2C1-C7D4-449B-9906-6D71B5AB9280}">
      <dsp:nvSpPr>
        <dsp:cNvPr id="0" name=""/>
        <dsp:cNvSpPr/>
      </dsp:nvSpPr>
      <dsp:spPr>
        <a:xfrm>
          <a:off x="1331094" y="2214856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/>
            <a:t>Case Study / Presentation:</a:t>
          </a:r>
          <a:br>
            <a:rPr lang="en-US" sz="1200" b="1" kern="1200"/>
          </a:br>
          <a:r>
            <a:rPr lang="en-US" sz="1200" b="1" kern="1200"/>
            <a:t> Tests analytical thinking and solution approach.</a:t>
          </a:r>
          <a:endParaRPr lang="en-US" sz="1200" kern="1200"/>
        </a:p>
      </dsp:txBody>
      <dsp:txXfrm>
        <a:off x="1331094" y="2214856"/>
        <a:ext cx="1914313" cy="812133"/>
      </dsp:txXfrm>
    </dsp:sp>
    <dsp:sp modelId="{1AA55033-42E8-4DFC-B8DC-C87A09D06DFB}">
      <dsp:nvSpPr>
        <dsp:cNvPr id="0" name=""/>
        <dsp:cNvSpPr/>
      </dsp:nvSpPr>
      <dsp:spPr>
        <a:xfrm>
          <a:off x="3578962" y="2214856"/>
          <a:ext cx="812133" cy="81213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7BF652-D9F1-4936-9026-F703E44B3FEE}">
      <dsp:nvSpPr>
        <dsp:cNvPr id="0" name=""/>
        <dsp:cNvSpPr/>
      </dsp:nvSpPr>
      <dsp:spPr>
        <a:xfrm>
          <a:off x="3749510" y="2385404"/>
          <a:ext cx="471037" cy="471037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D2B46-DFE6-4BFF-841F-D769610055A2}">
      <dsp:nvSpPr>
        <dsp:cNvPr id="0" name=""/>
        <dsp:cNvSpPr/>
      </dsp:nvSpPr>
      <dsp:spPr>
        <a:xfrm>
          <a:off x="4565123" y="2214856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/>
            <a:t>Managerial Round:</a:t>
          </a:r>
          <a:br>
            <a:rPr lang="en-US" sz="1200" b="1" kern="1200"/>
          </a:br>
          <a:r>
            <a:rPr lang="en-US" sz="1200" b="1" kern="1200"/>
            <a:t> Checks decision-making and work ethics.</a:t>
          </a:r>
          <a:endParaRPr lang="en-US" sz="1200" kern="1200"/>
        </a:p>
      </dsp:txBody>
      <dsp:txXfrm>
        <a:off x="4565123" y="2214856"/>
        <a:ext cx="1914313" cy="81213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AD6EA0-34FC-45CF-97EC-F8AEB36BBBEB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5C8027-29B1-4D69-BA79-939A1767B940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/>
            <a:t>Provides </a:t>
          </a:r>
          <a:r>
            <a:rPr lang="en-US" sz="2000" b="1" kern="1200"/>
            <a:t>direct industry entry</a:t>
          </a:r>
          <a:endParaRPr lang="en-US" sz="2000" kern="1200"/>
        </a:p>
      </dsp:txBody>
      <dsp:txXfrm>
        <a:off x="285097" y="2346338"/>
        <a:ext cx="2832300" cy="720000"/>
      </dsp:txXfrm>
    </dsp:sp>
    <dsp:sp modelId="{28B58D30-5337-4DD4-878D-E04D2D0F57FD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B494CC-88F5-469F-8C18-8A27EF928E10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/>
            <a:t>Tests </a:t>
          </a:r>
          <a:r>
            <a:rPr lang="en-US" sz="2000" b="1" kern="1200"/>
            <a:t>real-world skills</a:t>
          </a:r>
          <a:endParaRPr lang="en-US" sz="2000" kern="1200"/>
        </a:p>
      </dsp:txBody>
      <dsp:txXfrm>
        <a:off x="3613050" y="2346338"/>
        <a:ext cx="2832300" cy="720000"/>
      </dsp:txXfrm>
    </dsp:sp>
    <dsp:sp modelId="{202B315D-67F5-4724-BB47-7DD600A61CA8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326DE-5840-4EAE-A886-722D4318F058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/>
            <a:t>Helps students start their </a:t>
          </a:r>
          <a:r>
            <a:rPr lang="en-US" sz="2000" b="1" kern="1200"/>
            <a:t>professional career</a:t>
          </a:r>
          <a:endParaRPr lang="en-US" sz="2000" kern="1200"/>
        </a:p>
      </dsp:txBody>
      <dsp:txXfrm>
        <a:off x="6941002" y="2346338"/>
        <a:ext cx="2832300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C0981C-E372-4FB3-AE67-0C63A4BB2848}">
      <dsp:nvSpPr>
        <dsp:cNvPr id="0" name=""/>
        <dsp:cNvSpPr/>
      </dsp:nvSpPr>
      <dsp:spPr>
        <a:xfrm>
          <a:off x="929481" y="0"/>
          <a:ext cx="5051424" cy="505142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D724FE-11AF-427D-861A-34FAACA5155F}">
      <dsp:nvSpPr>
        <dsp:cNvPr id="0" name=""/>
        <dsp:cNvSpPr/>
      </dsp:nvSpPr>
      <dsp:spPr>
        <a:xfrm>
          <a:off x="1409366" y="479885"/>
          <a:ext cx="1970055" cy="19700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Aptitude &amp; reasoning</a:t>
          </a:r>
        </a:p>
      </dsp:txBody>
      <dsp:txXfrm>
        <a:off x="1505536" y="576055"/>
        <a:ext cx="1777715" cy="1777715"/>
      </dsp:txXfrm>
    </dsp:sp>
    <dsp:sp modelId="{799845AB-365B-47CC-BF16-27EA74D88240}">
      <dsp:nvSpPr>
        <dsp:cNvPr id="0" name=""/>
        <dsp:cNvSpPr/>
      </dsp:nvSpPr>
      <dsp:spPr>
        <a:xfrm>
          <a:off x="3530964" y="479885"/>
          <a:ext cx="1970055" cy="197005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Core technical skills</a:t>
          </a:r>
        </a:p>
      </dsp:txBody>
      <dsp:txXfrm>
        <a:off x="3627134" y="576055"/>
        <a:ext cx="1777715" cy="1777715"/>
      </dsp:txXfrm>
    </dsp:sp>
    <dsp:sp modelId="{4584C355-3F69-4BF2-926E-EFE6874153CB}">
      <dsp:nvSpPr>
        <dsp:cNvPr id="0" name=""/>
        <dsp:cNvSpPr/>
      </dsp:nvSpPr>
      <dsp:spPr>
        <a:xfrm>
          <a:off x="1409366" y="2601483"/>
          <a:ext cx="1970055" cy="19700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Programming &amp; projects</a:t>
          </a:r>
        </a:p>
      </dsp:txBody>
      <dsp:txXfrm>
        <a:off x="1505536" y="2697653"/>
        <a:ext cx="1777715" cy="1777715"/>
      </dsp:txXfrm>
    </dsp:sp>
    <dsp:sp modelId="{AE69E5B2-9AA5-4FD1-BEA9-21B3A412BA0C}">
      <dsp:nvSpPr>
        <dsp:cNvPr id="0" name=""/>
        <dsp:cNvSpPr/>
      </dsp:nvSpPr>
      <dsp:spPr>
        <a:xfrm>
          <a:off x="3530964" y="2601483"/>
          <a:ext cx="1970055" cy="197005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Communication &amp; resume</a:t>
          </a:r>
        </a:p>
      </dsp:txBody>
      <dsp:txXfrm>
        <a:off x="3627134" y="2697653"/>
        <a:ext cx="1777715" cy="17777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 xmlns="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 xmlns="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90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44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959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355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xmlns="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117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895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59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039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573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3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142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9708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FB076940-9365-09C4-60AD-8370574B1A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36" b="-3"/>
          <a:stretch>
            <a:fillRect/>
          </a:stretch>
        </p:blipFill>
        <p:spPr>
          <a:xfrm>
            <a:off x="16" y="10"/>
            <a:ext cx="755688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6482F060-A4AF-4E0B-B364-7C6BA4AE9C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7556905" y="0"/>
            <a:ext cx="464131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47939" y="640080"/>
            <a:ext cx="3659246" cy="2850320"/>
          </a:xfrm>
        </p:spPr>
        <p:txBody>
          <a:bodyPr>
            <a:normAutofit/>
          </a:bodyPr>
          <a:lstStyle/>
          <a:p>
            <a:r>
              <a:rPr lang="en-US" sz="5000">
                <a:solidFill>
                  <a:srgbClr val="FFFFFF"/>
                </a:solidFill>
                <a:latin typeface="Seaford"/>
                <a:ea typeface="+mj-lt"/>
                <a:cs typeface="+mj-lt"/>
              </a:rPr>
              <a:t>IT Solutions &amp; Technology Domains</a:t>
            </a:r>
            <a:endParaRPr lang="en-US" sz="5000">
              <a:solidFill>
                <a:srgbClr val="FFFFFF"/>
              </a:solidFill>
              <a:latin typeface="Seaford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7939" y="3812135"/>
            <a:ext cx="3659246" cy="15966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IV-CSE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B9EB6DAA-2F0C-43D5-A577-15D5D2C4E3F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8185922" y="3651268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39E3965E-AC41-4711-9D10-E25ABB132D8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1F5DC8C3-BA5F-4EED-BB9A-A14272BD82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xmlns="" id="{0671A8AE-40A1-4631-A6B8-581AFF0654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Yellow question mark">
            <a:extLst>
              <a:ext uri="{FF2B5EF4-FFF2-40B4-BE49-F238E27FC236}">
                <a16:creationId xmlns:a16="http://schemas.microsoft.com/office/drawing/2014/main" xmlns="" id="{1C0F2D2A-8342-0ECB-A55B-E523160552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626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44CD100-6267-4E62-AA64-2182A3A6A1C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72F0BE-AF77-2395-B51B-E1A3B24CD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3318714"/>
            <a:ext cx="4023360" cy="60586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What is IT? </a:t>
            </a:r>
          </a:p>
        </p:txBody>
      </p:sp>
    </p:spTree>
    <p:extLst>
      <p:ext uri="{BB962C8B-B14F-4D97-AF65-F5344CB8AC3E}">
        <p14:creationId xmlns:p14="http://schemas.microsoft.com/office/powerpoint/2010/main" val="3639481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0F6F1E82-F603-49E4-9641-09EEA984A3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B0A657-945D-B730-A135-AD57CF065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IT Categorization 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C81CFD00-FC30-4AFB-A61F-3127B2C90F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9D1595AB-90F6-488F-B5E3-F8CFCC8FAA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xmlns="" id="{9AF67443-AA28-4416-5244-3CDF90F4A5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33246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81663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xmlns="" id="{B0E58038-8ACE-4AD9-B404-25C603550D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Topview of mint green workspace with laptop, coffee, notebook, pen, glasses, and mouse">
            <a:extLst>
              <a:ext uri="{FF2B5EF4-FFF2-40B4-BE49-F238E27FC236}">
                <a16:creationId xmlns:a16="http://schemas.microsoft.com/office/drawing/2014/main" xmlns="" id="{B8AE6FAB-7EB9-6706-CDA6-83DDD4CFD8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901614-014C-6E55-9445-D6195D637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What is a Product?</a:t>
            </a:r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38A34772-9011-42B5-AA63-FD6DEC92EE7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193532" y="1910746"/>
            <a:ext cx="99669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3A18D44-0870-0825-E67D-A85D6B2AB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760891"/>
          </a:xfrm>
        </p:spPr>
        <p:txBody>
          <a:bodyPr vert="horz" lIns="0" tIns="45720" rIns="0" bIns="45720" rtlCol="0" anchor="t"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sz="2200" dirty="0">
                <a:ea typeface="+mn-lt"/>
                <a:cs typeface="+mn-lt"/>
              </a:rPr>
              <a:t>A </a:t>
            </a:r>
            <a:r>
              <a:rPr lang="en-US" sz="2200" b="1" dirty="0">
                <a:ea typeface="+mn-lt"/>
                <a:cs typeface="+mn-lt"/>
              </a:rPr>
              <a:t>product</a:t>
            </a:r>
            <a:r>
              <a:rPr lang="en-US" sz="2200" dirty="0">
                <a:ea typeface="+mn-lt"/>
                <a:cs typeface="+mn-lt"/>
              </a:rPr>
              <a:t> is a </a:t>
            </a:r>
            <a:r>
              <a:rPr lang="en-US" sz="2200" b="1" dirty="0">
                <a:ea typeface="+mn-lt"/>
                <a:cs typeface="+mn-lt"/>
              </a:rPr>
              <a:t>tangible or intangible item</a:t>
            </a:r>
            <a:r>
              <a:rPr lang="en-US" sz="2200" dirty="0">
                <a:ea typeface="+mn-lt"/>
                <a:cs typeface="+mn-lt"/>
              </a:rPr>
              <a:t> that is created once and sold to many customers with little or no customization.</a:t>
            </a:r>
            <a:endParaRPr lang="en-US" sz="2200"/>
          </a:p>
          <a:p>
            <a:pPr>
              <a:lnSpc>
                <a:spcPct val="110000"/>
              </a:lnSpc>
            </a:pPr>
            <a:r>
              <a:rPr lang="en-US" sz="2600" b="1" dirty="0">
                <a:ea typeface="+mn-lt"/>
                <a:cs typeface="+mn-lt"/>
              </a:rPr>
              <a:t>Examples:</a:t>
            </a:r>
            <a:endParaRPr lang="en-US" sz="2600"/>
          </a:p>
          <a:p>
            <a:pPr marL="383540" lvl="1">
              <a:lnSpc>
                <a:spcPct val="110000"/>
              </a:lnSpc>
              <a:buFont typeface="Courier New" panose="020F0502020204030204" pitchFamily="34" charset="0"/>
              <a:buChar char="o"/>
            </a:pPr>
            <a:r>
              <a:rPr lang="en-US" sz="1700" dirty="0">
                <a:ea typeface="+mn-lt"/>
                <a:cs typeface="+mn-lt"/>
              </a:rPr>
              <a:t>Mobile apps (Instagram, WhatsApp)</a:t>
            </a:r>
            <a:endParaRPr lang="en-US" sz="1700"/>
          </a:p>
          <a:p>
            <a:pPr marL="383540" lvl="1">
              <a:lnSpc>
                <a:spcPct val="110000"/>
              </a:lnSpc>
              <a:buFont typeface="Courier New" panose="020F0502020204030204" pitchFamily="34" charset="0"/>
              <a:buChar char="o"/>
            </a:pPr>
            <a:r>
              <a:rPr lang="en-US" sz="1700" dirty="0">
                <a:ea typeface="+mn-lt"/>
                <a:cs typeface="+mn-lt"/>
              </a:rPr>
              <a:t>Software products (Windows, MS Office)</a:t>
            </a:r>
            <a:endParaRPr lang="en-US" sz="1700"/>
          </a:p>
          <a:p>
            <a:pPr marL="383540" lvl="1">
              <a:lnSpc>
                <a:spcPct val="110000"/>
              </a:lnSpc>
              <a:buFont typeface="Courier New" panose="020F0502020204030204" pitchFamily="34" charset="0"/>
              <a:buChar char="o"/>
            </a:pPr>
            <a:r>
              <a:rPr lang="en-US" sz="1700" dirty="0">
                <a:ea typeface="+mn-lt"/>
                <a:cs typeface="+mn-lt"/>
              </a:rPr>
              <a:t>Physical items (laptops, smartphones)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2600" b="1" dirty="0">
                <a:ea typeface="+mn-lt"/>
                <a:cs typeface="+mn-lt"/>
              </a:rPr>
              <a:t>Key Characteristics:</a:t>
            </a:r>
            <a:endParaRPr lang="en-US" sz="2600"/>
          </a:p>
          <a:p>
            <a:pPr marL="383540" lvl="1">
              <a:lnSpc>
                <a:spcPct val="110000"/>
              </a:lnSpc>
              <a:buFont typeface="Courier New" panose="020F0502020204030204" pitchFamily="34" charset="0"/>
              <a:buChar char="o"/>
            </a:pPr>
            <a:r>
              <a:rPr lang="en-US" sz="1700" dirty="0">
                <a:ea typeface="+mn-lt"/>
                <a:cs typeface="+mn-lt"/>
              </a:rPr>
              <a:t>Same product for all users</a:t>
            </a:r>
            <a:endParaRPr lang="en-US" sz="1700"/>
          </a:p>
          <a:p>
            <a:pPr marL="383540" lvl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Font typeface="Calibri" panose="020F0502020204030204" pitchFamily="34" charset="0"/>
              <a:buChar char="o"/>
            </a:pPr>
            <a:r>
              <a:rPr lang="en-US" sz="1700" dirty="0">
                <a:ea typeface="+mn-lt"/>
                <a:cs typeface="+mn-lt"/>
              </a:rPr>
              <a:t>Scalable (one product → many customers)</a:t>
            </a:r>
            <a:endParaRPr lang="en-US" sz="1700"/>
          </a:p>
          <a:p>
            <a:pPr marL="383540" lvl="1">
              <a:lnSpc>
                <a:spcPct val="110000"/>
              </a:lnSpc>
              <a:buFont typeface="Courier New" panose="020F0502020204030204" pitchFamily="34" charset="0"/>
              <a:buChar char="o"/>
            </a:pPr>
            <a:r>
              <a:rPr lang="en-US" sz="1700" dirty="0">
                <a:ea typeface="+mn-lt"/>
                <a:cs typeface="+mn-lt"/>
              </a:rPr>
              <a:t>Development cost is mostly upfront</a:t>
            </a:r>
            <a:endParaRPr lang="en-US" sz="1700"/>
          </a:p>
          <a:p>
            <a:pPr marL="383540" lvl="1">
              <a:lnSpc>
                <a:spcPct val="110000"/>
              </a:lnSpc>
              <a:buFont typeface="Courier New" panose="020F0502020204030204" pitchFamily="34" charset="0"/>
              <a:buChar char="o"/>
            </a:pPr>
            <a:r>
              <a:rPr lang="en-US" sz="1700" dirty="0">
                <a:ea typeface="+mn-lt"/>
                <a:cs typeface="+mn-lt"/>
              </a:rPr>
              <a:t>Revenue grows as users increase</a:t>
            </a:r>
            <a:endParaRPr lang="en-US" sz="1700"/>
          </a:p>
          <a:p>
            <a:pPr>
              <a:lnSpc>
                <a:spcPct val="110000"/>
              </a:lnSpc>
            </a:pPr>
            <a:endParaRPr lang="en-US" sz="11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82BCDE19-2810-4337-9C49-8589C421767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74151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xmlns="" id="{3741B58E-3B65-4A01-A276-975AB2CF8A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7AAC67C3-831B-4AB1-A259-DFB839CAFA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6" y="0"/>
            <a:ext cx="4648593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DE0B42-8F1A-E29A-2DEA-F57947383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605896"/>
            <a:ext cx="3642309" cy="564620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What is a Service?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xmlns="" id="{59411E50-E1F1-4652-4610-7DB991973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1958" y="605896"/>
            <a:ext cx="5923721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A </a:t>
            </a:r>
            <a:r>
              <a:rPr lang="en-US" sz="1700" b="1">
                <a:ea typeface="+mn-lt"/>
                <a:cs typeface="+mn-lt"/>
              </a:rPr>
              <a:t>service</a:t>
            </a:r>
            <a:r>
              <a:rPr lang="en-US" sz="1700">
                <a:ea typeface="+mn-lt"/>
                <a:cs typeface="+mn-lt"/>
              </a:rPr>
              <a:t> is an </a:t>
            </a:r>
            <a:r>
              <a:rPr lang="en-US" sz="1700" b="1">
                <a:ea typeface="+mn-lt"/>
                <a:cs typeface="+mn-lt"/>
              </a:rPr>
              <a:t>activity or solution provided to a customer</a:t>
            </a:r>
            <a:r>
              <a:rPr lang="en-US" sz="1700">
                <a:ea typeface="+mn-lt"/>
                <a:cs typeface="+mn-lt"/>
              </a:rPr>
              <a:t>, often customized based on their requirements.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 b="1">
                <a:ea typeface="+mn-lt"/>
                <a:cs typeface="+mn-lt"/>
              </a:rPr>
              <a:t>Examples: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Software development services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IT consulting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Cloud deployment support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Maintenance and technical support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 b="1">
                <a:ea typeface="+mn-lt"/>
                <a:cs typeface="+mn-lt"/>
              </a:rPr>
              <a:t>Key Characteristics: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Tailored to customer needs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Continuous interaction with clients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Depends heavily on skilled manpower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Revenue is project-based or time-based</a:t>
            </a:r>
            <a:endParaRPr lang="en-US" sz="1700"/>
          </a:p>
          <a:p>
            <a:pPr>
              <a:lnSpc>
                <a:spcPct val="110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664097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E844E128-FF69-4E9F-8327-6B504B3C5AE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-1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111C7A-D92E-76AD-E5BA-9AC6BD89F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783" y="516835"/>
            <a:ext cx="5977937" cy="166650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Product Category Deep Dive</a:t>
            </a:r>
            <a:endParaRPr lang="en-US" sz="400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161C3E4-645D-B575-0450-3EC1F71738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43" r="12580" b="11"/>
          <a:stretch>
            <a:fillRect/>
          </a:stretch>
        </p:blipFill>
        <p:spPr>
          <a:xfrm>
            <a:off x="8333" y="8323"/>
            <a:ext cx="4580077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055CEADF-09EA-423C-8C45-F94AF44D5A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5200864" y="2353592"/>
            <a:ext cx="5669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1A8D29-6664-A1CD-6524-C38644D63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6784" y="2546224"/>
            <a:ext cx="5977938" cy="3342747"/>
          </a:xfrm>
        </p:spPr>
        <p:txBody>
          <a:bodyPr vert="horz" lIns="0" tIns="45720" rIns="0" bIns="45720" rtlCol="0" anchor="t"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rgbClr val="FFFFFF"/>
                </a:solidFill>
              </a:rPr>
              <a:t>What are SaaS &amp; PaaS?</a:t>
            </a:r>
          </a:p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rgbClr val="FFFFFF"/>
                </a:solidFill>
                <a:ea typeface="+mn-lt"/>
                <a:cs typeface="+mn-lt"/>
              </a:rPr>
              <a:t>SaaS (Software as a Service):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Ready-to-use cloud software accessed via the internet.</a:t>
            </a:r>
            <a:r>
              <a:rPr lang="en-US" sz="1400" dirty="0">
                <a:ea typeface="+mn-lt"/>
                <a:cs typeface="+mn-lt"/>
              </a:rPr>
              <a:t/>
            </a:r>
            <a:br>
              <a:rPr lang="en-US" sz="1400" dirty="0">
                <a:ea typeface="+mn-lt"/>
                <a:cs typeface="+mn-lt"/>
              </a:rPr>
            </a:b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 i="1" dirty="0">
                <a:solidFill>
                  <a:srgbClr val="FFFFFF"/>
                </a:solidFill>
                <a:ea typeface="+mn-lt"/>
                <a:cs typeface="+mn-lt"/>
              </a:rPr>
              <a:t>Example: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Zoho CRM, Zoho Mail, Zoho People.</a:t>
            </a:r>
            <a:endParaRPr lang="en-US" sz="1400" dirty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rgbClr val="FFFFFF"/>
                </a:solidFill>
                <a:ea typeface="+mn-lt"/>
                <a:cs typeface="+mn-lt"/>
              </a:rPr>
              <a:t>PaaS (Platform as a Service):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Cloud platforms used to build and deploy applications.</a:t>
            </a:r>
            <a:r>
              <a:rPr lang="en-US" sz="1400" dirty="0">
                <a:ea typeface="+mn-lt"/>
                <a:cs typeface="+mn-lt"/>
              </a:rPr>
              <a:t/>
            </a:r>
            <a:br>
              <a:rPr lang="en-US" sz="1400" dirty="0">
                <a:ea typeface="+mn-lt"/>
                <a:cs typeface="+mn-lt"/>
              </a:rPr>
            </a:b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 i="1" dirty="0">
                <a:solidFill>
                  <a:srgbClr val="FFFFFF"/>
                </a:solidFill>
                <a:ea typeface="+mn-lt"/>
                <a:cs typeface="+mn-lt"/>
              </a:rPr>
              <a:t>Example: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Zoho Creator (low-code), Zoho APIs.</a:t>
            </a:r>
            <a:endParaRPr lang="en-US" sz="1400" dirty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700" dirty="0"/>
              <a:t/>
            </a:r>
            <a:br>
              <a:rPr lang="en-US" sz="700" dirty="0"/>
            </a:br>
            <a:endParaRPr lang="en-US" sz="1400" dirty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rgbClr val="FFFFFF"/>
                </a:solidFill>
              </a:rPr>
              <a:t>Zoho Product Components</a:t>
            </a:r>
          </a:p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rgbClr val="FFFFFF"/>
                </a:solidFill>
                <a:ea typeface="+mn-lt"/>
                <a:cs typeface="+mn-lt"/>
              </a:rPr>
              <a:t>Apps / Standard Products: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Business tools like CRM, Books, Projects </a:t>
            </a:r>
            <a:r>
              <a:rPr lang="en-US" sz="1400" i="1" dirty="0">
                <a:solidFill>
                  <a:srgbClr val="FFFFFF"/>
                </a:solidFill>
                <a:ea typeface="+mn-lt"/>
                <a:cs typeface="+mn-lt"/>
              </a:rPr>
              <a:t>(SaaS)</a:t>
            </a:r>
            <a:endParaRPr lang="en-US" sz="1400" dirty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rgbClr val="FFFFFF"/>
                </a:solidFill>
                <a:ea typeface="+mn-lt"/>
                <a:cs typeface="+mn-lt"/>
              </a:rPr>
              <a:t>Java / IoT Platforms: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Backend systems for data processing and device integration </a:t>
            </a:r>
            <a:r>
              <a:rPr lang="en-US" sz="1400" i="1" dirty="0">
                <a:solidFill>
                  <a:srgbClr val="FFFFFF"/>
                </a:solidFill>
                <a:ea typeface="+mn-lt"/>
                <a:cs typeface="+mn-lt"/>
              </a:rPr>
              <a:t>(PaaS)</a:t>
            </a:r>
            <a:endParaRPr lang="en-US" sz="1400" dirty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rgbClr val="FFFFFF"/>
                </a:solidFill>
                <a:ea typeface="+mn-lt"/>
                <a:cs typeface="+mn-lt"/>
              </a:rPr>
              <a:t>LLP (Low-Code Platform):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Build apps with minimal coding </a:t>
            </a:r>
            <a:r>
              <a:rPr lang="en-US" sz="1400" i="1" dirty="0">
                <a:solidFill>
                  <a:srgbClr val="FFFFFF"/>
                </a:solidFill>
                <a:ea typeface="+mn-lt"/>
                <a:cs typeface="+mn-lt"/>
              </a:rPr>
              <a:t>(PaaS)</a:t>
            </a:r>
            <a:endParaRPr lang="en-US" sz="1400" dirty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rgbClr val="FFFFFF"/>
                </a:solidFill>
                <a:ea typeface="+mn-lt"/>
                <a:cs typeface="+mn-lt"/>
              </a:rPr>
              <a:t>HR Products: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Employee, payroll, and recruitment systems </a:t>
            </a:r>
            <a:r>
              <a:rPr lang="en-US" sz="1400" i="1" dirty="0">
                <a:solidFill>
                  <a:srgbClr val="FFFFFF"/>
                </a:solidFill>
                <a:ea typeface="+mn-lt"/>
                <a:cs typeface="+mn-lt"/>
              </a:rPr>
              <a:t>(SaaS)</a:t>
            </a:r>
            <a:endParaRPr lang="en-US" sz="1400" dirty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</a:pPr>
            <a:endParaRPr lang="en-US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2403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xmlns="" id="{67B74F2B-9534-4540-96B0-5C8E958B94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FE5647-EC6E-65EA-3A4A-0298A5687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4" y="286603"/>
            <a:ext cx="5983605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Service Category Deep Dive</a:t>
            </a:r>
            <a:endParaRPr lang="en-US" dirty="0"/>
          </a:p>
        </p:txBody>
      </p:sp>
      <p:pic>
        <p:nvPicPr>
          <p:cNvPr id="16" name="Picture 15" descr="Person holding a puzzle piece">
            <a:extLst>
              <a:ext uri="{FF2B5EF4-FFF2-40B4-BE49-F238E27FC236}">
                <a16:creationId xmlns:a16="http://schemas.microsoft.com/office/drawing/2014/main" xmlns="" id="{2AB4BBDC-BD05-95E5-C06B-A6EE99C104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27" r="27312" b="8"/>
          <a:stretch>
            <a:fillRect/>
          </a:stretch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33BECB2B-2CFA-412C-880F-C4B6097493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xmlns="" id="{82EB71C5-C65D-735A-DA5A-07B99CD32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074" y="2108201"/>
            <a:ext cx="5983606" cy="3760891"/>
          </a:xfrm>
        </p:spPr>
        <p:txBody>
          <a:bodyPr vert="horz" lIns="0" tIns="45720" rIns="0" bIns="45720" rtlCol="0" anchor="t">
            <a:normAutofit fontScale="6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2400" b="1" dirty="0">
                <a:latin typeface="Seaford"/>
              </a:rPr>
              <a:t>1. C – Consulting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Seaford"/>
                <a:ea typeface="+mn-lt"/>
                <a:cs typeface="+mn-lt"/>
              </a:rPr>
              <a:t>Advises clients on </a:t>
            </a:r>
            <a:r>
              <a:rPr lang="en-US" sz="2400" b="1" dirty="0">
                <a:latin typeface="Seaford"/>
                <a:ea typeface="+mn-lt"/>
                <a:cs typeface="+mn-lt"/>
              </a:rPr>
              <a:t>what to do</a:t>
            </a:r>
            <a:r>
              <a:rPr lang="en-US" sz="2400" dirty="0">
                <a:latin typeface="Seaford"/>
                <a:ea typeface="+mn-lt"/>
                <a:cs typeface="+mn-lt"/>
              </a:rPr>
              <a:t>.</a:t>
            </a:r>
            <a:br>
              <a:rPr lang="en-US" sz="2400" dirty="0">
                <a:latin typeface="Seaford"/>
                <a:ea typeface="+mn-lt"/>
                <a:cs typeface="+mn-lt"/>
              </a:rPr>
            </a:br>
            <a:r>
              <a:rPr lang="en-US" sz="2400" dirty="0">
                <a:latin typeface="Seaford"/>
                <a:ea typeface="+mn-lt"/>
                <a:cs typeface="+mn-lt"/>
              </a:rPr>
              <a:t> </a:t>
            </a:r>
            <a:r>
              <a:rPr lang="en-US" sz="2400" b="1" dirty="0">
                <a:latin typeface="Seaford"/>
                <a:ea typeface="+mn-lt"/>
                <a:cs typeface="+mn-lt"/>
              </a:rPr>
              <a:t>Example:</a:t>
            </a:r>
            <a:r>
              <a:rPr lang="en-US" sz="2400" dirty="0">
                <a:latin typeface="Seaford"/>
                <a:ea typeface="+mn-lt"/>
                <a:cs typeface="+mn-lt"/>
              </a:rPr>
              <a:t> Cloud strategy planning.</a:t>
            </a:r>
            <a:br>
              <a:rPr lang="en-US" sz="2400" dirty="0">
                <a:latin typeface="Seaford"/>
                <a:ea typeface="+mn-lt"/>
                <a:cs typeface="+mn-lt"/>
              </a:rPr>
            </a:br>
            <a:r>
              <a:rPr lang="en-US" sz="2400" dirty="0">
                <a:latin typeface="Seaford"/>
                <a:ea typeface="+mn-lt"/>
                <a:cs typeface="+mn-lt"/>
              </a:rPr>
              <a:t> </a:t>
            </a:r>
            <a:r>
              <a:rPr lang="en-US" sz="2400" b="1" dirty="0">
                <a:latin typeface="Seaford"/>
                <a:ea typeface="+mn-lt"/>
                <a:cs typeface="+mn-lt"/>
              </a:rPr>
              <a:t>Careers:</a:t>
            </a:r>
            <a:r>
              <a:rPr lang="en-US" sz="2400" dirty="0">
                <a:latin typeface="Seaford"/>
                <a:ea typeface="+mn-lt"/>
                <a:cs typeface="+mn-lt"/>
              </a:rPr>
              <a:t> Consultant, Business Analyst.</a:t>
            </a:r>
            <a:endParaRPr lang="en-US" sz="2400" dirty="0">
              <a:latin typeface="Seaford"/>
            </a:endParaRPr>
          </a:p>
          <a:p>
            <a:pPr>
              <a:lnSpc>
                <a:spcPct val="110000"/>
              </a:lnSpc>
            </a:pPr>
            <a:r>
              <a:rPr lang="en-US" sz="2400" b="1" dirty="0">
                <a:latin typeface="Seaford"/>
              </a:rPr>
              <a:t>2. C + DCA / SAI – Consulting + Development &amp; Integration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Seaford"/>
                <a:ea typeface="+mn-lt"/>
                <a:cs typeface="+mn-lt"/>
              </a:rPr>
              <a:t>Plans and </a:t>
            </a:r>
            <a:r>
              <a:rPr lang="en-US" sz="2400" b="1" dirty="0">
                <a:latin typeface="Seaford"/>
                <a:ea typeface="+mn-lt"/>
                <a:cs typeface="+mn-lt"/>
              </a:rPr>
              <a:t>builds complete solutions</a:t>
            </a:r>
            <a:r>
              <a:rPr lang="en-US" sz="2400" dirty="0">
                <a:latin typeface="Seaford"/>
                <a:ea typeface="+mn-lt"/>
                <a:cs typeface="+mn-lt"/>
              </a:rPr>
              <a:t>.</a:t>
            </a:r>
            <a:br>
              <a:rPr lang="en-US" sz="2400" dirty="0">
                <a:latin typeface="Seaford"/>
                <a:ea typeface="+mn-lt"/>
                <a:cs typeface="+mn-lt"/>
              </a:rPr>
            </a:br>
            <a:r>
              <a:rPr lang="en-US" sz="2400" dirty="0">
                <a:latin typeface="Seaford"/>
                <a:ea typeface="+mn-lt"/>
                <a:cs typeface="+mn-lt"/>
              </a:rPr>
              <a:t> </a:t>
            </a:r>
            <a:r>
              <a:rPr lang="en-US" sz="2400" b="1" dirty="0">
                <a:latin typeface="Seaford"/>
                <a:ea typeface="+mn-lt"/>
                <a:cs typeface="+mn-lt"/>
              </a:rPr>
              <a:t>Example:</a:t>
            </a:r>
            <a:r>
              <a:rPr lang="en-US" sz="2400" dirty="0">
                <a:latin typeface="Seaford"/>
                <a:ea typeface="+mn-lt"/>
                <a:cs typeface="+mn-lt"/>
              </a:rPr>
              <a:t> Developing &amp; integrating an ERP system.</a:t>
            </a:r>
            <a:br>
              <a:rPr lang="en-US" sz="2400" dirty="0">
                <a:latin typeface="Seaford"/>
                <a:ea typeface="+mn-lt"/>
                <a:cs typeface="+mn-lt"/>
              </a:rPr>
            </a:br>
            <a:r>
              <a:rPr lang="en-US" sz="2400" dirty="0">
                <a:latin typeface="Seaford"/>
                <a:ea typeface="+mn-lt"/>
                <a:cs typeface="+mn-lt"/>
              </a:rPr>
              <a:t> </a:t>
            </a:r>
            <a:r>
              <a:rPr lang="en-US" sz="2400" b="1" dirty="0">
                <a:latin typeface="Seaford"/>
                <a:ea typeface="+mn-lt"/>
                <a:cs typeface="+mn-lt"/>
              </a:rPr>
              <a:t>Careers:</a:t>
            </a:r>
            <a:r>
              <a:rPr lang="en-US" sz="2400" dirty="0">
                <a:latin typeface="Seaford"/>
                <a:ea typeface="+mn-lt"/>
                <a:cs typeface="+mn-lt"/>
              </a:rPr>
              <a:t> Software Developer, Full-Stack Engineer.</a:t>
            </a:r>
            <a:endParaRPr lang="en-US" sz="2400" dirty="0">
              <a:latin typeface="Seaford"/>
            </a:endParaRPr>
          </a:p>
          <a:p>
            <a:pPr>
              <a:lnSpc>
                <a:spcPct val="110000"/>
              </a:lnSpc>
            </a:pPr>
            <a:r>
              <a:rPr lang="en-US" sz="2400" b="1" dirty="0">
                <a:latin typeface="Seaford"/>
              </a:rPr>
              <a:t>3. Managed Services</a:t>
            </a:r>
          </a:p>
          <a:p>
            <a:pPr>
              <a:lnSpc>
                <a:spcPct val="110000"/>
              </a:lnSpc>
            </a:pPr>
            <a:r>
              <a:rPr lang="en-US" sz="2400" b="1" dirty="0">
                <a:latin typeface="Seaford"/>
                <a:ea typeface="+mn-lt"/>
                <a:cs typeface="+mn-lt"/>
              </a:rPr>
              <a:t>Maintains and supports</a:t>
            </a:r>
            <a:r>
              <a:rPr lang="en-US" sz="2400" dirty="0">
                <a:latin typeface="Seaford"/>
                <a:ea typeface="+mn-lt"/>
                <a:cs typeface="+mn-lt"/>
              </a:rPr>
              <a:t> systems.</a:t>
            </a:r>
            <a:br>
              <a:rPr lang="en-US" sz="2400" dirty="0">
                <a:latin typeface="Seaford"/>
                <a:ea typeface="+mn-lt"/>
                <a:cs typeface="+mn-lt"/>
              </a:rPr>
            </a:br>
            <a:r>
              <a:rPr lang="en-US" sz="2400" dirty="0">
                <a:latin typeface="Seaford"/>
                <a:ea typeface="+mn-lt"/>
                <a:cs typeface="+mn-lt"/>
              </a:rPr>
              <a:t> </a:t>
            </a:r>
            <a:r>
              <a:rPr lang="en-US" sz="2400" b="1" dirty="0">
                <a:latin typeface="Seaford"/>
                <a:ea typeface="+mn-lt"/>
                <a:cs typeface="+mn-lt"/>
              </a:rPr>
              <a:t>Example:</a:t>
            </a:r>
            <a:r>
              <a:rPr lang="en-US" sz="2400" dirty="0">
                <a:latin typeface="Seaford"/>
                <a:ea typeface="+mn-lt"/>
                <a:cs typeface="+mn-lt"/>
              </a:rPr>
              <a:t> 24/7 application monitoring.</a:t>
            </a:r>
            <a:br>
              <a:rPr lang="en-US" sz="2400" dirty="0">
                <a:latin typeface="Seaford"/>
                <a:ea typeface="+mn-lt"/>
                <a:cs typeface="+mn-lt"/>
              </a:rPr>
            </a:br>
            <a:r>
              <a:rPr lang="en-US" sz="2400" dirty="0">
                <a:latin typeface="Seaford"/>
                <a:ea typeface="+mn-lt"/>
                <a:cs typeface="+mn-lt"/>
              </a:rPr>
              <a:t> </a:t>
            </a:r>
            <a:r>
              <a:rPr lang="en-US" sz="2400" b="1" dirty="0">
                <a:latin typeface="Seaford"/>
                <a:ea typeface="+mn-lt"/>
                <a:cs typeface="+mn-lt"/>
              </a:rPr>
              <a:t>Careers:</a:t>
            </a:r>
            <a:r>
              <a:rPr lang="en-US" sz="2400" dirty="0">
                <a:latin typeface="Seaford"/>
                <a:ea typeface="+mn-lt"/>
                <a:cs typeface="+mn-lt"/>
              </a:rPr>
              <a:t> Support Engineer, Cloud Admin.</a:t>
            </a:r>
            <a:endParaRPr lang="en-US" sz="2400">
              <a:latin typeface="Seaford"/>
            </a:endParaRPr>
          </a:p>
          <a:p>
            <a:pPr>
              <a:lnSpc>
                <a:spcPct val="110000"/>
              </a:lnSpc>
            </a:pPr>
            <a:endParaRPr lang="en-US" sz="2400" dirty="0">
              <a:latin typeface="Seaford"/>
            </a:endParaRPr>
          </a:p>
        </p:txBody>
      </p:sp>
    </p:spTree>
    <p:extLst>
      <p:ext uri="{BB962C8B-B14F-4D97-AF65-F5344CB8AC3E}">
        <p14:creationId xmlns:p14="http://schemas.microsoft.com/office/powerpoint/2010/main" val="1080208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C8DD82D3-D002-45B0-B16A-82B3DA4EFDD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175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FFB960-C705-CA32-A997-2D485659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7" y="643466"/>
            <a:ext cx="2771273" cy="5470463"/>
          </a:xfrm>
        </p:spPr>
        <p:txBody>
          <a:bodyPr anchor="ctr"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Different  Types of Domains in IT</a:t>
            </a:r>
            <a:endParaRPr lang="en-US" sz="3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9F09C252-16FE-4557-AD6D-BB5CA77349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4042053" y="1778497"/>
            <a:ext cx="0" cy="3200400"/>
          </a:xfrm>
          <a:prstGeom prst="line">
            <a:avLst/>
          </a:prstGeom>
          <a:ln w="1905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D50B53-F2C1-FD4E-74C0-CC03CB956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8565" y="643466"/>
            <a:ext cx="6818427" cy="5470462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/>
              <a:t>1. Web Development</a:t>
            </a:r>
          </a:p>
          <a:p>
            <a:r>
              <a:rPr lang="en-US" dirty="0">
                <a:ea typeface="+mn-lt"/>
                <a:cs typeface="+mn-lt"/>
              </a:rPr>
              <a:t>2. Mobile Application Development</a:t>
            </a:r>
          </a:p>
          <a:p>
            <a:r>
              <a:rPr lang="en-US" dirty="0">
                <a:ea typeface="+mn-lt"/>
                <a:cs typeface="+mn-lt"/>
              </a:rPr>
              <a:t>3. Cloud Computing</a:t>
            </a:r>
          </a:p>
          <a:p>
            <a:r>
              <a:rPr lang="en-US" dirty="0">
                <a:ea typeface="+mn-lt"/>
                <a:cs typeface="+mn-lt"/>
              </a:rPr>
              <a:t>4. Data Science &amp; Analytics</a:t>
            </a:r>
          </a:p>
          <a:p>
            <a:r>
              <a:rPr lang="en-US" dirty="0">
                <a:ea typeface="+mn-lt"/>
                <a:cs typeface="+mn-lt"/>
              </a:rPr>
              <a:t>5. Artificial Intelligence &amp; Machine Learning</a:t>
            </a:r>
          </a:p>
          <a:p>
            <a:r>
              <a:rPr lang="en-US" dirty="0">
                <a:ea typeface="+mn-lt"/>
                <a:cs typeface="+mn-lt"/>
              </a:rPr>
              <a:t>6. Cybersecurity</a:t>
            </a:r>
          </a:p>
          <a:p>
            <a:r>
              <a:rPr lang="en-US" dirty="0">
                <a:ea typeface="+mn-lt"/>
                <a:cs typeface="+mn-lt"/>
              </a:rPr>
              <a:t>7. Internet of Things (IoT)</a:t>
            </a:r>
          </a:p>
          <a:p>
            <a:r>
              <a:rPr lang="en-US" dirty="0">
                <a:ea typeface="+mn-lt"/>
                <a:cs typeface="+mn-lt"/>
              </a:rPr>
              <a:t>8. Software Testing &amp; QA</a:t>
            </a:r>
          </a:p>
          <a:p>
            <a:r>
              <a:rPr lang="en-US" dirty="0">
                <a:ea typeface="+mn-lt"/>
                <a:cs typeface="+mn-lt"/>
              </a:rPr>
              <a:t>9. Enterprise &amp; Business Applications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4965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0F6F1E82-F603-49E4-9641-09EEA984A3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C535A9-136A-92C4-D297-A056B3A01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1. Web Development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C81CFD00-FC30-4AFB-A61F-3127B2C90F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9D1595AB-90F6-488F-B5E3-F8CFCC8FAA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510E2D61-78E5-C4CE-2769-BA1ACDB7F4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1345159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8468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0F6F1E82-F603-49E4-9641-09EEA984A3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EB5E8C-F8F6-BECB-0CA5-643D4B50D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2. Mobile Application Development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C81CFD00-FC30-4AFB-A61F-3127B2C90F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9D1595AB-90F6-488F-B5E3-F8CFCC8FAA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3E404650-E0EC-3EB2-1146-B6C6B35875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9024812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45071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0F6F1E82-F603-49E4-9641-09EEA984A3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BD24F9-D86F-0B7E-31D5-17BC05B30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3. Cloud Computing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C81CFD00-FC30-4AFB-A61F-3127B2C90F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9D1595AB-90F6-488F-B5E3-F8CFCC8FAA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4F65F520-B77F-7641-C131-9709AF2FF0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5288347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9280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0F6F1E82-F603-49E4-9641-09EEA984A3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C35740-8C57-B69B-B8EF-BBB1C2C5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>
                <a:latin typeface="Univers"/>
              </a:rPr>
              <a:t>4. Data Science &amp; Analytics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C81CFD00-FC30-4AFB-A61F-3127B2C90F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9D1595AB-90F6-488F-B5E3-F8CFCC8FAA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022F7298-E4C3-832E-5362-9A6158F387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1281331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702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0F6F1E82-F603-49E4-9641-09EEA984A3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C2D0CE-CC1D-4DA6-9ABE-601C56227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5. Artificial Intelligence &amp; Machine Learning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C81CFD00-FC30-4AFB-A61F-3127B2C90F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9D1595AB-90F6-488F-B5E3-F8CFCC8FAA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00AA6E05-CDAF-CFA1-2B70-D0BF94EE1F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7599730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9999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xmlns="" id="{0F6F1E82-F603-49E4-9641-09EEA984A3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D14762-F6E0-8F7A-13BA-78175D830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6. Cybersecurity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C81CFD00-FC30-4AFB-A61F-3127B2C90F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9D1595AB-90F6-488F-B5E3-F8CFCC8FAA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93C9EDB9-FE7E-3CE0-5DFE-5BB329ACCC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91676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7905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0F6F1E82-F603-49E4-9641-09EEA984A3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5959E7-3B90-ABA5-1D50-22741373C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7. Internet of Things (IoT)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C81CFD00-FC30-4AFB-A61F-3127B2C90F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9D1595AB-90F6-488F-B5E3-F8CFCC8FAA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28816F3F-9B7E-742C-FD7B-A5894C4E16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0502808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8115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0F6F1E82-F603-49E4-9641-09EEA984A3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4B8658-3392-5FF5-7622-C9C2DF3DC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8. Software Testing &amp; QA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C81CFD00-FC30-4AFB-A61F-3127B2C90F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9D1595AB-90F6-488F-B5E3-F8CFCC8FAA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6FADB823-B5DC-B5A5-E564-7DFBE7A057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2308787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5662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0F6F1E82-F603-49E4-9641-09EEA984A3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AEDBB8-B2F5-BBB4-3F36-AF93CE10F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9. Enterprise &amp; Business Applications 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C81CFD00-FC30-4AFB-A61F-3127B2C90F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9D1595AB-90F6-488F-B5E3-F8CFCC8FAA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79205D9C-0F7D-9ADF-4580-76F2DECBF1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726620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9883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9E3965E-AC41-4711-9D10-E25ABB132D8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1F5DC8C3-BA5F-4EED-BB9A-A14272BD82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B4D0E555-16F6-44D0-BF56-AF5FF5BDE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8117041D-1A7B-4ECA-AB68-3CFDB6726B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-6220" y="0"/>
            <a:ext cx="464131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401E5F-2E3C-F040-FDC6-44A6B24F8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69" y="640080"/>
            <a:ext cx="3659246" cy="28626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Hierarchy Of Information  Technology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ABCD2462-4C1E-401A-AC2D-F799A138B2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573852" y="3663649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Hierarchy">
            <a:extLst>
              <a:ext uri="{FF2B5EF4-FFF2-40B4-BE49-F238E27FC236}">
                <a16:creationId xmlns:a16="http://schemas.microsoft.com/office/drawing/2014/main" xmlns="" id="{C9F70EE3-3E3E-BB4B-E16D-568C97362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631248" y="640080"/>
            <a:ext cx="557784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65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A8E9C91B-7EAD-4562-AB0E-DFB9663AEC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Content Placeholder 3" descr="Comprehensive IT Product Development Hierarchy Scale">
            <a:extLst>
              <a:ext uri="{FF2B5EF4-FFF2-40B4-BE49-F238E27FC236}">
                <a16:creationId xmlns:a16="http://schemas.microsoft.com/office/drawing/2014/main" xmlns="" id="{3792B904-D1E5-3047-271C-5D98C7A638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367" b="3363"/>
          <a:stretch>
            <a:fillRect/>
          </a:stretch>
        </p:blipFill>
        <p:spPr>
          <a:xfrm>
            <a:off x="465137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19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08CB54FC-0B2A-4107-9A70-958B90B765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1D580F-7BF5-3C63-2EC1-5CFA7F1D7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Placement Drive</a:t>
            </a:r>
            <a:endParaRPr lang="en-US" dirty="0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xmlns="" id="{A13B7361-C26A-4BC7-9957-9F66D2CF6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43192" y="711306"/>
            <a:ext cx="5115347" cy="511534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7855A9B5-1710-4B19-B0F1-CDFDD4ED5B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6514044" y="2246569"/>
            <a:ext cx="457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7E8F27-22B0-8BB5-6E41-1167AC93A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407436"/>
            <a:ext cx="5127172" cy="3461658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dirty="0"/>
              <a:t>What is a Placement Drive?</a:t>
            </a:r>
          </a:p>
          <a:p>
            <a:r>
              <a:rPr lang="en-US" dirty="0">
                <a:ea typeface="+mn-lt"/>
                <a:cs typeface="+mn-lt"/>
              </a:rPr>
              <a:t>A </a:t>
            </a:r>
            <a:r>
              <a:rPr lang="en-US" b="1" dirty="0">
                <a:ea typeface="+mn-lt"/>
                <a:cs typeface="+mn-lt"/>
              </a:rPr>
              <a:t>placement drive</a:t>
            </a:r>
            <a:r>
              <a:rPr lang="en-US" dirty="0">
                <a:ea typeface="+mn-lt"/>
                <a:cs typeface="+mn-lt"/>
              </a:rPr>
              <a:t> is a recruitment process conducted by companies to hire students from colleges or universities.</a:t>
            </a:r>
            <a:endParaRPr lang="en-US" dirty="0"/>
          </a:p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9AA76026-5689-4584-8D93-D71D739E61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00395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3AD52D-86F0-CE81-01FE-A4013DF5B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Common Stages in a Placement Drive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0B8C406B-C1E6-407B-71DE-78CD4F70BD5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7280" y="2108201"/>
          <a:ext cx="10058400" cy="3760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0204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88F0A37D-2337-4AAF-98B0-7E4E9B9871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E834BD-33EF-64DC-7675-C8B5CB5E8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/>
              <a:t>Optional Rounds in Placement Drive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F15CCCF0-E573-463A-9760-1FDC0B2CFB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F7234D70-FB65-4E99-985E-64D219674D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FD3E8525-A000-DEA9-6DD4-D2E72E81E2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1298424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3590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88F0A37D-2337-4AAF-98B0-7E4E9B9871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8BA80A-FC52-8ED5-2150-8BA37A210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Why Placement Drives Matter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F15CCCF0-E573-463A-9760-1FDC0B2CFB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F7234D70-FB65-4E99-985E-64D219674D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5B2E17CC-4570-6C9F-C489-4074953C78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8866438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6256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103E59AE-44F8-4FB9-BF05-C888FE3E1D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EB909E-C5E2-06EB-30FB-D231E8672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9" y="634946"/>
            <a:ext cx="3372529" cy="5055904"/>
          </a:xfrm>
        </p:spPr>
        <p:txBody>
          <a:bodyPr anchor="ctr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Student Preparation Areas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2752F38C-F560-47AA-90AD-209F39C041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4335022" y="1791298"/>
            <a:ext cx="0" cy="2743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8B6B14AE-589A-45CC-A30D-41995FC1F8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31AEACA7-C662-E77E-F78E-87B2E4AAA2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5523543"/>
              </p:ext>
            </p:extLst>
          </p:nvPr>
        </p:nvGraphicFramePr>
        <p:xfrm>
          <a:off x="4648201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0632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9E3965E-AC41-4711-9D10-E25ABB132D8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1F5DC8C3-BA5F-4EED-BB9A-A14272BD82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0AF4F2BA-3C03-4E2C-8ABC-0949B61B3C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3D pattern of ring shapes connected by lines">
            <a:extLst>
              <a:ext uri="{FF2B5EF4-FFF2-40B4-BE49-F238E27FC236}">
                <a16:creationId xmlns:a16="http://schemas.microsoft.com/office/drawing/2014/main" xmlns="" id="{F5707DD0-029E-4CE3-98B3-55DBE0BF34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-2" b="-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495E71-87D0-41CC-F352-706A5ECD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Companies and their Rounds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A07787ED-5EDC-4C54-AD87-55B60D0FE39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!!footer rectangle">
            <a:extLst>
              <a:ext uri="{FF2B5EF4-FFF2-40B4-BE49-F238E27FC236}">
                <a16:creationId xmlns:a16="http://schemas.microsoft.com/office/drawing/2014/main" xmlns="" id="{B40A8CA7-7D5A-43B0-A1A0-B558ECA9EE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647196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A8E9C91B-7EAD-4562-AB0E-DFB9663AEC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Picture 4" descr="A screenshot of a company recruitment process comparison&#10;&#10;AI-generated content may be incorrect.">
            <a:extLst>
              <a:ext uri="{FF2B5EF4-FFF2-40B4-BE49-F238E27FC236}">
                <a16:creationId xmlns:a16="http://schemas.microsoft.com/office/drawing/2014/main" xmlns="" id="{9FA26BB9-9896-011B-8BC6-F6B8539FC6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1" t="13241" r="-1011" b="2345"/>
          <a:stretch>
            <a:fillRect/>
          </a:stretch>
        </p:blipFill>
        <p:spPr>
          <a:xfrm>
            <a:off x="20" y="10"/>
            <a:ext cx="12191991" cy="686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37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8E9C91B-7EAD-4562-AB0E-DFB9663AEC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BCD2D517-BC35-4439-AC31-06DF764F25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xmlns="" id="{2DD3F846-0483-40F5-A881-0C1AD2A0CA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Certification-Based Hiring Platforms: Complete Company Partner List &amp; Salary Comparison (2025)">
            <a:extLst>
              <a:ext uri="{FF2B5EF4-FFF2-40B4-BE49-F238E27FC236}">
                <a16:creationId xmlns:a16="http://schemas.microsoft.com/office/drawing/2014/main" xmlns="" id="{F7784143-6915-A164-FC71-C3361093B6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073" r="4138" b="-1"/>
          <a:stretch>
            <a:fillRect/>
          </a:stretch>
        </p:blipFill>
        <p:spPr>
          <a:xfrm>
            <a:off x="2048234" y="293793"/>
            <a:ext cx="8928652" cy="685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228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A8E9C91B-7EAD-4562-AB0E-DFB9663AEC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BCD2D517-BC35-4439-AC31-06DF764F25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xmlns="" id="{2DD3F846-0483-40F5-A881-0C1AD2A0CA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hart with text on it&#10;&#10;AI-generated content may be incorrect.">
            <a:extLst>
              <a:ext uri="{FF2B5EF4-FFF2-40B4-BE49-F238E27FC236}">
                <a16:creationId xmlns:a16="http://schemas.microsoft.com/office/drawing/2014/main" xmlns="" id="{3ACCD635-06C1-233B-6572-CB61BF779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57" y="297529"/>
            <a:ext cx="10544296" cy="696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798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Recently Launched AI Tools for IT Development (2025-2026)">
            <a:extLst>
              <a:ext uri="{FF2B5EF4-FFF2-40B4-BE49-F238E27FC236}">
                <a16:creationId xmlns:a16="http://schemas.microsoft.com/office/drawing/2014/main" xmlns="" id="{CFFE97B8-A0B2-FC07-6C04-6A7F2CF78B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099414" y="-438759"/>
            <a:ext cx="13783099" cy="918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2530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39E3965E-AC41-4711-9D10-E25ABB132D8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1F5DC8C3-BA5F-4EED-BB9A-A14272BD82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6482F060-A4AF-4E0B-B364-7C6BA4AE9C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-6220" y="0"/>
            <a:ext cx="464131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859E70-7B2B-166B-9C00-46491C0A8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13" y="939338"/>
            <a:ext cx="4150281" cy="25510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THANKYOU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B9EB6DAA-2F0C-43D5-A577-15D5D2C4E3F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622797" y="3651268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Aerial view of a highway near the ocean">
            <a:extLst>
              <a:ext uri="{FF2B5EF4-FFF2-40B4-BE49-F238E27FC236}">
                <a16:creationId xmlns:a16="http://schemas.microsoft.com/office/drawing/2014/main" xmlns="" id="{B475F531-BCCD-8A71-75F6-5691EBDD1C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64" r="2851" b="6"/>
          <a:stretch>
            <a:fillRect/>
          </a:stretch>
        </p:blipFill>
        <p:spPr>
          <a:xfrm>
            <a:off x="4635095" y="10"/>
            <a:ext cx="755688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2376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Univers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</TotalTime>
  <Words>636</Words>
  <Application>Microsoft Office PowerPoint</Application>
  <PresentationFormat>Custom</PresentationFormat>
  <Paragraphs>120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RetrospectVTI</vt:lpstr>
      <vt:lpstr>IT Solutions &amp; Technology Domains</vt:lpstr>
      <vt:lpstr>What is IT? </vt:lpstr>
      <vt:lpstr>IT Categorization </vt:lpstr>
      <vt:lpstr>What is a Product?</vt:lpstr>
      <vt:lpstr>What is a Service?</vt:lpstr>
      <vt:lpstr>Product Category Deep Dive</vt:lpstr>
      <vt:lpstr>Service Category Deep Dive</vt:lpstr>
      <vt:lpstr>Different  Types of Domains in IT</vt:lpstr>
      <vt:lpstr>1. Web Development</vt:lpstr>
      <vt:lpstr>2. Mobile Application Development</vt:lpstr>
      <vt:lpstr>3. Cloud Computing</vt:lpstr>
      <vt:lpstr>4. Data Science &amp; Analytics</vt:lpstr>
      <vt:lpstr>5. Artificial Intelligence &amp; Machine Learning</vt:lpstr>
      <vt:lpstr>6. Cybersecurity</vt:lpstr>
      <vt:lpstr>7. Internet of Things (IoT)</vt:lpstr>
      <vt:lpstr>8. Software Testing &amp; QA</vt:lpstr>
      <vt:lpstr>9. Enterprise &amp; Business Applications </vt:lpstr>
      <vt:lpstr>Hierarchy Of Information  Technology</vt:lpstr>
      <vt:lpstr>PowerPoint Presentation</vt:lpstr>
      <vt:lpstr>Placement Drive</vt:lpstr>
      <vt:lpstr>Common Stages in a Placement Drive</vt:lpstr>
      <vt:lpstr>Optional Rounds in Placement Drive</vt:lpstr>
      <vt:lpstr>Why Placement Drives Matter</vt:lpstr>
      <vt:lpstr>Student Preparation Areas</vt:lpstr>
      <vt:lpstr>Companies and their Rounds </vt:lpstr>
      <vt:lpstr>PowerPoint Presentation</vt:lpstr>
      <vt:lpstr>PowerPoint Presentation</vt:lpstr>
      <vt:lpstr>PowerPoint Presentation</vt:lpstr>
      <vt:lpstr>PowerPoint Presentation</vt:lpstr>
      <vt:lpstr>THANKYOU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Solutions &amp; Technology Domains</dc:title>
  <dc:creator/>
  <cp:lastModifiedBy>Aravind</cp:lastModifiedBy>
  <cp:revision>228</cp:revision>
  <dcterms:created xsi:type="dcterms:W3CDTF">2025-12-27T12:23:19Z</dcterms:created>
  <dcterms:modified xsi:type="dcterms:W3CDTF">2025-12-29T05:13:35Z</dcterms:modified>
</cp:coreProperties>
</file>