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&lt;ChildComponent name="John" /&gt;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ReactJS Overview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What is ReactJS?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A JavaScript library for building user interfaces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Developed by Facebook and open-sourced in 2013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First released as a open-source project in October 2013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Key Features of ReactJS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Single-page application (SPA) architecture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Component-based approach to coding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Virtual DOM for efficient rendering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State management with React Context API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Components and Props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Composition vs Constraction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Composition: breaking down complex components into smaller ones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Example: using React's div as a container and input as its child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Props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Short for "properties"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Passing data from parent to child component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&lt;ChildComponent name="John" /&gt;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100" b="1">
                <a:solidFill>
                  <a:srgbClr val="4678AA"/>
                </a:solidFill>
                <a:latin typeface="Calibri"/>
              </a:defRPr>
            </a:pPr>
            <a:r>
              <a:t>State Management</a:t>
            </a:r>
          </a:p>
          <a:p>
            <a:pPr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Context API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Global storage for state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`javascript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const [count, setCount] = useState(0);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function increment {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setCount(count + 1);</a:t>
            </a:r>
          </a:p>
          <a:p>
            <a:pPr lvl="2">
              <a:lnSpc>
                <a:spcPct val="110000"/>
              </a:lnSpc>
              <a:spcAft>
                <a:spcPts val="200"/>
              </a:spcAft>
              <a:defRPr sz="1000">
                <a:solidFill>
                  <a:srgbClr val="3C3C3C"/>
                </a:solidFill>
                <a:latin typeface="Calibri"/>
              </a:defRPr>
            </a:pPr>
            <a:r>
              <a:t>Example: using React Context API to manage application state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&lt;ChildComponent&gt;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{count}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&lt;button onClick={increment}&gt;+&lt;/button&gt;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2D2D2D"/>
                </a:solidFill>
                <a:latin typeface="Calibri"/>
              </a:defRPr>
            </a:pPr>
            <a:r>
              <a:t>&lt;/ChildComponent&gt;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