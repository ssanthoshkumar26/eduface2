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Verdana"/>
              </a:defRPr>
            </a:pPr>
            <a:r>
              <a:t>nextjs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66"/>
                </a:solidFill>
                <a:latin typeface="Verdana"/>
              </a:defRPr>
            </a:pPr>
            <a:r>
              <a:t>Introduction to Next.js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84646"/>
                </a:solidFill>
                <a:latin typeface="Verdana"/>
              </a:defRPr>
            </a:pPr>
            <a:r>
              <a:t>Next.js is an open-source React-based framework for building server-side rendered and statically generated websites and applications. It provides a set of features and tools that make it easy to build fast, scalable, and maintainable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66"/>
                </a:solidFill>
                <a:latin typeface="Verdana"/>
              </a:defRPr>
            </a:pPr>
            <a:r>
              <a:t>Key Features of Next.js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25050"/>
                </a:solidFill>
                <a:latin typeface="Verdana"/>
              </a:defRPr>
            </a:pPr>
            <a:r>
              <a:t>Server-Side Rendering (SSR): Next.js allows you to render your React components on the server, which can improve SEO and provide faster page loads.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25050"/>
                </a:solidFill>
                <a:latin typeface="Verdana"/>
              </a:defRPr>
            </a:pPr>
            <a:r>
              <a:t>Static Site Generation (SSG): Next.js can also generate static HTML files for your application, which can be served directly by a web server or CDN.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66"/>
                </a:solidFill>
                <a:latin typeface="Verdana"/>
              </a:defRPr>
            </a:pPr>
            <a:r>
              <a:t>Key Features of Next.js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25050"/>
                </a:solidFill>
                <a:latin typeface="Verdana"/>
              </a:defRPr>
            </a:pPr>
            <a:r>
              <a:t>Internationalization and Localization: Next.js provides built-in support for internationalization and localization, making it easy to build applications that can be used by people all around the world.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25050"/>
                </a:solidFill>
                <a:latin typeface="Verdana"/>
              </a:defRPr>
            </a:pPr>
            <a:r>
              <a:t>API Routes: Next.js allows you to create API routes, which can be used to handle server-side logic and provide data to your application.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25050"/>
                </a:solidFill>
                <a:latin typeface="Verdana"/>
              </a:defRPr>
            </a:pPr>
            <a:r>
              <a:t>Built-in Support for CSS and Sass: Next.js provides built-in support for CSS and Sass, making it easy to style your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66"/>
                </a:solidFill>
                <a:latin typeface="Verdana"/>
              </a:defRPr>
            </a:pPr>
            <a:r>
              <a:t>Key Features of Next.js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3C9696"/>
                </a:solidFill>
                <a:latin typeface="Verdana"/>
              </a:defRPr>
            </a:pPr>
            <a:r>
              <a:t>Advantages of Using Next.js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25050"/>
                </a:solidFill>
                <a:latin typeface="Verdana"/>
              </a:defRPr>
            </a:pPr>
            <a:r>
              <a:t>Improved Performance: Next.js can improve the performance of your application by reducing the amount of JavaScript that needs to be loaded on the client-side.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25050"/>
                </a:solidFill>
                <a:latin typeface="Verdana"/>
              </a:defRPr>
            </a:pPr>
            <a:r>
              <a:t>Better SEO: Next.js can improve the SEO of your application by providing server-side rendering and static site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66"/>
                </a:solidFill>
                <a:latin typeface="Verdana"/>
              </a:defRPr>
            </a:pPr>
            <a:r>
              <a:t>Key Features of Next.js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325050"/>
                </a:solidFill>
                <a:latin typeface="Verdana"/>
              </a:defRPr>
            </a:pPr>
            <a:r>
              <a:t>Easier Maintenance: Next.js provides a set of tools and features that make it easy to maintain and update your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66"/>
                </a:solidFill>
                <a:latin typeface="Verdana"/>
              </a:defRPr>
            </a:pPr>
            <a:r>
              <a:t>Key Features of Next.js (Cont.)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3C9696"/>
                </a:solidFill>
                <a:latin typeface="Verdana"/>
              </a:defRPr>
            </a:pPr>
            <a:r>
              <a:t>Common Use Cases for Next.js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25050"/>
                </a:solidFill>
                <a:latin typeface="Verdana"/>
              </a:defRPr>
            </a:pPr>
            <a:r>
              <a:t>Building Server-Side Rendered Applications: Next.js is well-suited for building server-side rendered applications, such as blogs, news websites, and e-commerce sites.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25050"/>
                </a:solidFill>
                <a:latin typeface="Verdana"/>
              </a:defRPr>
            </a:pPr>
            <a:r>
              <a:t>Building Statically Generated Websites: Next.js can be used to build statically generated websites, such as marketing sites, landing pages, and documentation sites.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25050"/>
                </a:solidFill>
                <a:latin typeface="Verdana"/>
              </a:defRPr>
            </a:pPr>
            <a:r>
              <a:t>Building Progressive Web Apps: Next.js can be used to build progressive web apps, which provide a native app-like experience to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