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reactjs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Introduction to Reactjs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What is Reactjs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A JavaScript library for building user interfaces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Used for developing reusable UI components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Ideal for complex, interactive web applications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Key Concepts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Virtual DOM for efficient rendering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Components can be functional or class-based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State and props for managing component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Reactjs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Component Types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Functional components for simple, stateless components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Class components for complex, stateful components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Higher-order components for code reuse and abstraction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Managing Component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State for storing component-specific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Props for passing data from parent to child components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Context API for sharing data between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Reactjs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900" b="1">
                <a:solidFill>
                  <a:srgbClr val="4678AA"/>
                </a:solidFill>
                <a:latin typeface="Calibri"/>
              </a:defRPr>
            </a:pPr>
            <a:r>
              <a:t>Development and Deployment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Use a code bundler like Webpack or Rollup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Implement a state management library like Redux or MobX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Follow a consistent coding style and naming convention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