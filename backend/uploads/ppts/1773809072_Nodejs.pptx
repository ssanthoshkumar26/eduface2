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 panose="020F0502020204030204"/>
              </a:defRPr>
            </a:pPr>
            <a:r>
              <a:t>Nodejs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 panose="020F0502020204030204"/>
              </a:defRPr>
            </a:pPr>
            <a:r>
              <a:t>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 panose="020F0502020204030204"/>
              </a:defRPr>
            </a:pPr>
            <a:r>
              <a:t>What is Node.js?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 panose="020F0502020204030204"/>
              </a:defRPr>
            </a:pPr>
            <a:r>
              <a:t>Node.js is a JavaScript runtime environment that allows developers to run JavaScript on the server-side.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 panose="020F0502020204030204"/>
              </a:defRPr>
            </a:pPr>
            <a:r>
              <a:t>It's built on Chrome's V8 JavaScript engine and provides an event-driven, non-blocking I/O model.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 panose="020F0502020204030204"/>
              </a:defRPr>
            </a:pPr>
            <a:r>
              <a:t>Key Features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 panose="020F0502020204030204"/>
              </a:defRPr>
            </a:pPr>
            <a:r>
              <a:t>Async I/O: Node.js uses asynchronous I/O to handle multiple requests concurrently, making it well-suited for real-time applications.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 panose="020F0502020204030204"/>
              </a:defRPr>
            </a:pPr>
            <a:r>
              <a:t>Event Loop: The event loop is the core of Node.js, handling incoming messages (events) and processing them in a timely manner.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 panose="020F0502020204030204"/>
              </a:defRPr>
            </a:pPr>
            <a:r>
              <a:t>Built-in Modules: Node.js comes with a large ecosystem of built-in modules that provide various functionality, such as file I/O, networking, and database interactions.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 panose="020F0502020204030204"/>
              </a:defRPr>
            </a:pPr>
            <a:r>
              <a:t>Use Cases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 panose="020F0502020204030204"/>
              </a:defRPr>
            </a:pPr>
            <a:r>
              <a:t>Server-Side Development: Node.js is ideal for building scalable server-side applications, including APIs, web servers, and microservices.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 panose="020F0502020204030204"/>
              </a:defRPr>
            </a:pPr>
            <a:r>
              <a:t>Real-Time Applications: Node.js is well-suited for real-time applications, such as live updates, chatbots, and gaming platforms.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 panose="020F0502020204030204"/>
              </a:defRPr>
            </a:pPr>
            <a:r>
              <a:t>Web Development: Node.js can be used to build complex web applications using frameworks like Express.js and Next.js.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 panose="020F0502020204030204"/>
              </a:defRPr>
            </a:pPr>
            <a:r>
              <a:t>Practical Example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 panose="020F0502020204030204"/>
              </a:defRPr>
            </a:pPr>
            <a:r>
              <a:t>`javascript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 panose="020F0502020204030204"/>
              </a:defRPr>
            </a:pPr>
            <a:r>
              <a:t>const express = require('express');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 panose="020F0502020204030204"/>
              </a:defRPr>
            </a:pPr>
            <a:r>
              <a:t>const app = express;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 panose="020F0502020204030204"/>
              </a:defRPr>
            </a:pPr>
            <a:r>
              <a:t>app.get('/', (req, res) =&gt; {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 panose="020F0502020204030204"/>
              </a:defRPr>
            </a:pPr>
            <a:r>
              <a:t>// Handle incoming GET request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 panose="020F0502020204030204"/>
              </a:defRPr>
            </a:pPr>
            <a:r>
              <a:t>res.send('Hello, World!');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 panose="020F0502020204030204"/>
              </a:defRPr>
            </a:pPr>
            <a:r>
              <a:t>app.listen(3000, =&gt; {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 panose="020F0502020204030204"/>
              </a:defRPr>
            </a:pPr>
            <a:r>
              <a:t>console.log('Server listening on port 3000');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 panose="020F0502020204030204"/>
              </a:defRPr>
            </a:pPr>
            <a:r>
              <a:t>Advantages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 panose="020F0502020204030204"/>
              </a:defRPr>
            </a:pPr>
            <a:r>
              <a:t>No Compile-Time Errors: Node.js runs at runtime, eliminating the need for compile-time errors.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 panose="020F0502020204030204"/>
              </a:defRPr>
            </a:pPr>
            <a:r>
              <a:t>Cross-Platform Compatibility: Node.js can run on multiple platforms, including Windows, macOS, and Linux.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 panose="020F0502020204030204"/>
              </a:defRPr>
            </a:pPr>
            <a:r>
              <a:t>Large Ecosystem: Node.js has a vast array of libraries and frameworks to choose from.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1584</Words>
  <Application>WPS Presentation</Application>
  <PresentationFormat>On-screen Show (4:3)</PresentationFormat>
  <Paragraphs>30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Santhosh Kumar</cp:lastModifiedBy>
  <cp:revision>2</cp:revision>
  <dcterms:created xsi:type="dcterms:W3CDTF">2013-01-27T09:14:00Z</dcterms:created>
  <dcterms:modified xsi:type="dcterms:W3CDTF">2026-03-16T19:14:49Z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8B4D3E680C3A4FAEA05EB5901EB34206_12</vt:lpwstr>
  </property>
  <property fmtid="{D5CDD505-2E9C-101B-9397-08002B2CF9AE}" pid="3" name="KSOProductBuildVer">
    <vt:lpwstr>1033-12.2.0.23196</vt:lpwstr>
  </property>
</Properties>
</file>