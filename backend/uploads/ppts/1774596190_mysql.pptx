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mysql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Generated in Creative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MySQL Overview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Introduction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What is MySQL?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Types of databases (relational, NoSQL)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Brief history and evolution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Database Fundamentals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Data Types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Integers - INT, BIGINT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Strings - CHAR, VARCHAR, TEXT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Dates and Times - DATE, TIME, DATETIME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Records and Tables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Records: individual data items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Tables: collections of related records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Querying MySQL Data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SELECT Statement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Basic syntax: SELECT column1, column2 FROM table_name;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Filtering with WHERE clause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Grouping and aggregating with GROUP BY clause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Database Management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Creating a New Database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Syntax: CREATE DATABASE database_name;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Overwriting an existing database - not supported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Managing Databases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Using the MySQL Workbench or command line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Renaming databases - using RENAME DATABASE database_name;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Indexing and Optimizing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Indexing Data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Creating indexes on columns used in WHERE, GROUP BY, etc.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Benefits of indexing - improved query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