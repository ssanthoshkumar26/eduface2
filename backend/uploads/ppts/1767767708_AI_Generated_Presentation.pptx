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Verdana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DCDC"/>
                </a:solidFill>
                <a:latin typeface="Verdana"/>
              </a:defRPr>
            </a:pPr>
            <a:r>
              <a:t>`markdown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Verdana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05000"/>
              </a:lnSpc>
              <a:spcAft>
                <a:spcPts val="400"/>
              </a:spcAft>
              <a:defRPr sz="1400">
                <a:solidFill>
                  <a:srgbClr val="284646"/>
                </a:solidFill>
                <a:latin typeface="Verdana"/>
              </a:defRPr>
            </a:pPr>
            <a:r>
              <a:t>`markdown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Verdana"/>
              </a:defRPr>
            </a:pPr>
            <a:r>
              <a:t>ReactJS: An Overview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39"/>
            <a:ext cx="2316948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39"/>
            <a:ext cx="438912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1800" b="1">
                <a:solidFill>
                  <a:srgbClr val="148282"/>
                </a:solidFill>
                <a:latin typeface="Verdana"/>
              </a:defRPr>
            </a:pPr>
            <a:r>
              <a:t>What is ReactJS?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100">
                <a:solidFill>
                  <a:srgbClr val="284646"/>
                </a:solidFill>
                <a:latin typeface="Verdana"/>
              </a:defRPr>
            </a:pPr>
            <a:r>
              <a:t>ReactJS is a declarative, efficient, and flexible JavaScript library for building user interfaces (UIs).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100">
                <a:solidFill>
                  <a:srgbClr val="284646"/>
                </a:solidFill>
                <a:latin typeface="Verdana"/>
              </a:defRPr>
            </a:pPr>
            <a:r>
              <a:t>It is maintained by Facebook and a large community of developers..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C9696"/>
                </a:solidFill>
                <a:latin typeface="Verdana"/>
              </a:defRPr>
            </a:pPr>
            <a:r>
              <a:t>Key Characteristics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Component-Based Architecture: UIs are built as independent, reusable components.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Virtual DOM: Updates to the actual DOM are optimized through a virtual DOM, lead...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Unidirectional Data Flow: Data flows in one direction, making it easier to manag...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JSX (JavaScript XML): A syntax extension that allows you to write HTML-like code...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Focus on the View Layer: Primarily concerned with rendering data and managing us...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Large and Active Community: Provides ample resources, libraries, and support.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1800" b="1">
                <a:solidFill>
                  <a:srgbClr val="148282"/>
                </a:solidFill>
                <a:latin typeface="Verdana"/>
              </a:defRPr>
            </a:pPr>
            <a:r>
              <a:t>ReactJS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Verdana"/>
              </a:defRPr>
            </a:pPr>
            <a:r>
              <a:t>ReactJS vs. AngularJS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39"/>
            <a:ext cx="32004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39"/>
            <a:ext cx="438912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1800" b="1">
                <a:solidFill>
                  <a:srgbClr val="148282"/>
                </a:solidFill>
                <a:latin typeface="Verdana"/>
              </a:defRPr>
            </a:pPr>
            <a:r>
              <a:t>Core Differences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100">
                <a:solidFill>
                  <a:srgbClr val="284646"/>
                </a:solidFill>
                <a:latin typeface="Verdana"/>
              </a:defRPr>
            </a:pPr>
            <a:r>
              <a:t>ReactJS and AngularJS are both JavaScript frameworks for building user interfaces, but they differ significantly in their approach and architecture..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C9696"/>
                </a:solidFill>
                <a:latin typeface="Verdana"/>
              </a:defRPr>
            </a:pPr>
            <a:r>
              <a:t>Architectural Approach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ReactJS: Library focused on the view layer. Requires other libraries for a compl...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AngularJS: A complete framework providing structure for entire application devel...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C9696"/>
                </a:solidFill>
                <a:latin typeface="Verdana"/>
              </a:defRPr>
            </a:pPr>
            <a:r>
              <a:t>Data Binding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ReactJS: Unidirectional data binding. Data flows from parent to child components...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AngularJS: Two-way data binding. Changes in the UI automatically update the mode...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C9696"/>
                </a:solidFill>
                <a:latin typeface="Verdana"/>
              </a:defRPr>
            </a:pPr>
            <a:r>
              <a:t>DOM Manipulation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ReactJS: Uses a Virtual DOM to optimize updates to the actual DOM. Minimizes dir...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AngularJS: Manipulates the DOM directly, which can be less efficient than using ...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C9696"/>
                </a:solidFill>
                <a:latin typeface="Verdana"/>
              </a:defRPr>
            </a:pPr>
            <a:r>
              <a:t>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Verdana"/>
              </a:defRPr>
            </a:pPr>
            <a:r>
              <a:t>Overview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39"/>
            <a:ext cx="3200400" cy="2134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39"/>
            <a:ext cx="438912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10000"/>
              </a:lnSpc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C9696"/>
                </a:solidFill>
                <a:latin typeface="Verdana"/>
              </a:defRPr>
            </a:pPr>
            <a:r>
              <a:t>Size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ReactJS: Lighter in terms of initial size/weight. Additional libraries can incre...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00">
                <a:solidFill>
                  <a:srgbClr val="325050"/>
                </a:solidFill>
                <a:latin typeface="Verdana"/>
              </a:defRPr>
            </a:pPr>
            <a:r>
              <a:t>AngularJS: Larger in size because it includes all the features of a complete fra...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C9696"/>
                </a:solidFill>
                <a:latin typeface="Verdana"/>
              </a:defRPr>
            </a:pPr>
            <a:r>
              <a:t>Example Summary Table: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