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Introduction to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Introduction to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Machine learning is a subset of artificial intelligence that involves the use of algorithms and statistical models to enable machines to perform a specific task without using explicit instructions.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Key Aspects:</a:t>
            </a:r>
          </a:p>
          <a:p>
            <a:pPr lvl="1"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Machine learning allows systems to learn from data</a:t>
            </a:r>
          </a:p>
          <a:p>
            <a:pPr lvl="1"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It improves performance on a task over time</a:t>
            </a:r>
          </a:p>
          <a:p>
            <a:pPr lvl="1"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Enables systems to make predictions or decisions based on that data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Types of Machine Learning: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Introduction to Machine Learning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lvl="1"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Supervised Learning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Unsupervised Learning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Reinforcement Learning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Applications: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Image Recognition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Natural Language Processing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Predictive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