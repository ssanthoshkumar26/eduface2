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AI_Generated_Presentation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Slide 1: Introduction to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2D2D2D"/>
                </a:solidFill>
                <a:latin typeface="Calibri"/>
              </a:defRPr>
            </a:pPr>
            <a:r>
              <a:t>Slide 1: Introduction to Generative AI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Generative AI is a subfield of artificial intelligence (AI) that focuses on creating new content, such as text, images, music, and even speech.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2D2D2D"/>
                </a:solidFill>
                <a:latin typeface="Calibri"/>
              </a:defRPr>
            </a:pPr>
            <a:r>
              <a:t>Example: DALL-E generates unique images based on text descriptions.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2D2D2D"/>
                </a:solidFill>
                <a:latin typeface="Calibri"/>
              </a:defRPr>
            </a:pPr>
            <a:r>
              <a:t>Slide 2: How Generative AI Works - Overview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Training Data: AI models are trained on large datasets that contain examples of the content to be generated (e.g., pictures, music, or text).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2D2D2D"/>
                </a:solidFill>
                <a:latin typeface="Calibri"/>
              </a:defRPr>
            </a:pPr>
            <a:r>
              <a:t>Example: A generative model for images might be trained on millions of photographs.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Learning Patterns: The AI learns the underlying patterns in the data and generates new content by applying these patterns to random inputs.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2D2D2D"/>
                </a:solidFill>
                <a:latin typeface="Calibri"/>
              </a:defRPr>
            </a:pPr>
            <a:r>
              <a:t>Example: The generative model can create a new image by combining parts of the images it has learned from its training data.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2D2D2D"/>
                </a:solidFill>
                <a:latin typeface="Calibri"/>
              </a:defRPr>
            </a:pPr>
            <a:r>
              <a:t>Slide 3: How Generative AI Works - Details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Generative Models: These models are designed to generate data that resembles the data they were trained on. Examples include Variational Autoencoders...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4678AA"/>
                </a:solidFill>
                <a:latin typeface="Calibri"/>
              </a:defRPr>
            </a:pPr>
            <a:r>
              <a:t>Variational Autoencoder (VAE)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VAE consists of an encoder and a decoder. The encoder learns to compress the training data into a compact latent representation, while the decoder...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4678AA"/>
                </a:solidFill>
                <a:latin typeface="Calibri"/>
              </a:defRPr>
            </a:pPr>
            <a:r>
              <a:t>Generative Adversarial Network (GAN)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50">
                <a:solidFill>
                  <a:srgbClr val="3C3C3C"/>
                </a:solidFill>
                <a:latin typeface="Calibri"/>
              </a:defRPr>
            </a:pPr>
            <a:r>
              <a:t>GAN is a two-player game between a generator and a discriminator. The generator produces new content, while the discriminator tries to distinguish...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