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AI_Generated_Presentation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Introduction to 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Introduction to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Definition and Overview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GAN stands for Generative Adversarial Network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A type of deep learning model used for generating new data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Consists of two neural networks: generator and discriminator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Trained simultaneously to improve performance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Applications in image and video generation, style transfer, and data augmentation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Generator and Discriminator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Generator: takes a random noise vector as input and produces a synthetic data sample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Discriminator: takes a data sample (real or synthetic) as input and outputs a probability that the sample is real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Both networks are trained using backpropagation and optimization algorithms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Generator tries to produce realistic samples, while discriminator tries to distinguish real from fake samples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Balance between generator and discriminator is crucial for effective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Training 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Loss Functions and Optimization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Generator loss: measures how well the generator can fool the discriminator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Discriminator loss: measures how well the discriminator can distinguish real from fake samples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Minimax loss function: combines generator and discriminator losses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Optimization algorithms: Adam, SGD, and RMSProp are commonly used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Batch normalization and dropout can help stabilize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GAN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Image and Video Generation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Image generation: generating new images that resemble existing ones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Video generation: generating new videos that resemble existing ones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Style transfer: transferring the style of one image to another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Data augmentation: generating new data samples to augment existing datasets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Examples: generating faces, objects, and scenes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2000" b="1">
                <a:solidFill>
                  <a:srgbClr val="4678AA"/>
                </a:solidFill>
                <a:latin typeface="Calibri"/>
              </a:defRPr>
            </a:pPr>
            <a:r>
              <a:t>Mode Collapse and Unstable Training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Mode collapse: generator produces limited variations of the same output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Unstable training: GANs can be challenging to train due to the delicate balance between generator and discriminator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Future directions: improving training stability, increasing diversity of generated samples, and exploring new applications</a:t>
            </a:r>
          </a:p>
          <a:p>
            <a:pPr>
              <a:lnSpc>
                <a:spcPct val="110000"/>
              </a:lnSpc>
              <a:spcAft>
                <a:spcPts val="300"/>
              </a:spcAft>
              <a:defRPr sz="1800">
                <a:solidFill>
                  <a:srgbClr val="3C3C3C"/>
                </a:solidFill>
                <a:latin typeface="Calibri"/>
              </a:defRPr>
            </a:pPr>
            <a:r>
              <a:t>Examples: using GANs for medical image analysis, robotics, and natural language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