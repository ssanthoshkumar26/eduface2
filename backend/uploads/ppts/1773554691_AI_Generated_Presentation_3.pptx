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Introduction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Overview of Java basics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History and evolution of Java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Importance of Java in modern software development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Java Language Features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Variables and data types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Primitive data types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Reference data types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Complex data types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Control Structures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Conditional statements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If-else statements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Switch statements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Loops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For loops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Basic for loop syntax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Conditional for loop syntax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Functions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Procedural programming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Defining and calling functions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Function parameters and return types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Objects and Classes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Classes and objects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Defining classes and objects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Constructors and destructors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Inheritance and Polymorphism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Inheritance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Basic inheritance syntax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Inheritance hierarchies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Polymorphism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Method overriding and overriding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Method overriding syntax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Method overriding vs overriding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Exceptions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Try-catch blocks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Basic try-catch block syntax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Catch block syntax and usage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Java Platform and Libraries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Java Development Kit (JDK)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Installing JDK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Compiling and running Java programs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Java Libraries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Java Collections Framework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Introduction to Java Collections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Implementing custom collections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Java Networking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sockets and network programming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Introduction to sockets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Creating and using socket connections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Java Testing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JUnit and TestNG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Introduction to JUnit and TestNG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+ Writing and running unit tests and integration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