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 panose="020F0502020204030204"/>
              </a:defRPr>
            </a:pPr>
            <a:r>
              <a:t>reactjs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 panose="020F0502020204030204"/>
              </a:defRPr>
            </a:pPr>
            <a:r>
              <a:t>Introduction to Reactjs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 panose="020F0502020204030204"/>
              </a:defRPr>
            </a:pPr>
            <a:r>
              <a:t>Introduction to Reactjs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4678AA"/>
                </a:solidFill>
                <a:latin typeface="Calibri" panose="020F0502020204030204"/>
              </a:defRPr>
            </a:pPr>
            <a:r>
              <a:t>What is Reactjs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A JavaScript library for building user interfaces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Used for developing reusable UI components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Ideal for complex, interactive web applications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4678AA"/>
                </a:solidFill>
                <a:latin typeface="Calibri" panose="020F0502020204030204"/>
              </a:defRPr>
            </a:pPr>
            <a:r>
              <a:t>Key Concepts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Virtual DOM for efficient rendering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Components can be functional or class-based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State and props for managing component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WPS Presentation</Application>
  <PresentationFormat>On-screen Show (4:3)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ssanj</cp:lastModifiedBy>
  <cp:revision>3</cp:revision>
  <dcterms:created xsi:type="dcterms:W3CDTF">2013-01-27T09:14:00Z</dcterms:created>
  <dcterms:modified xsi:type="dcterms:W3CDTF">2026-03-31T20:04:17Z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F5298FF6FA314052A29365EDF7E92655_12</vt:lpwstr>
  </property>
  <property fmtid="{D5CDD505-2E9C-101B-9397-08002B2CF9AE}" pid="3" name="KSOProductBuildVer">
    <vt:lpwstr>1033-12.1.0.25242</vt:lpwstr>
  </property>
</Properties>
</file>