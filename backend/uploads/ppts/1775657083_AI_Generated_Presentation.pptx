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4782"/>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714500"/>
            <a:ext cx="8229600" cy="1371600"/>
          </a:xfrm>
          <a:prstGeom prst="rect">
            <a:avLst/>
          </a:prstGeom>
          <a:noFill/>
        </p:spPr>
        <p:txBody>
          <a:bodyPr wrap="square">
            <a:spAutoFit/>
          </a:bodyPr>
          <a:lstStyle/>
          <a:p>
            <a:pPr algn="ctr">
              <a:lnSpc>
                <a:spcPct val="120000"/>
              </a:lnSpc>
              <a:defRPr sz="5400" b="1">
                <a:solidFill>
                  <a:srgbClr val="FFFFFF"/>
                </a:solidFill>
                <a:latin typeface="Calibri"/>
              </a:defRPr>
            </a:pPr>
            <a:r>
              <a:t>AI_Generated_Presentation</a:t>
            </a:r>
          </a:p>
        </p:txBody>
      </p:sp>
      <p:sp>
        <p:nvSpPr>
          <p:cNvPr id="4" name="TextBox 3"/>
          <p:cNvSpPr txBox="1"/>
          <p:nvPr/>
        </p:nvSpPr>
        <p:spPr>
          <a:xfrm>
            <a:off x="457200" y="3429000"/>
            <a:ext cx="8229600" cy="914400"/>
          </a:xfrm>
          <a:prstGeom prst="rect">
            <a:avLst/>
          </a:prstGeom>
          <a:noFill/>
        </p:spPr>
        <p:txBody>
          <a:bodyPr wrap="square">
            <a:spAutoFit/>
          </a:bodyPr>
          <a:lstStyle/>
          <a:p>
            <a:pPr algn="ctr">
              <a:defRPr sz="2400">
                <a:solidFill>
                  <a:srgbClr val="DCE6FA"/>
                </a:solidFill>
                <a:latin typeface="Calibri"/>
              </a:defRPr>
            </a:pPr>
            <a:r>
              <a:t>Introduction to ReactJS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Introduction to ReactJS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1000"/>
              </a:spcAft>
              <a:defRPr sz="1800">
                <a:solidFill>
                  <a:srgbClr val="2D2D2D"/>
                </a:solidFill>
                <a:latin typeface="Calibri"/>
              </a:defRPr>
            </a:pPr>
            <a:r>
              <a:t>ReactJS is a popular JavaScript library used for building user interfaces and can be used for developing complex, interactive web and mobile applications. It was developed by Facebook and is now maintained by Facebook and a community of developers.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Key Features of ReactJS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800"/>
              </a:spcAft>
              <a:defRPr sz="1800">
                <a:solidFill>
                  <a:srgbClr val="3C3C3C"/>
                </a:solidFill>
                <a:latin typeface="Calibri"/>
              </a:defRPr>
            </a:pPr>
            <a:r>
              <a:t>Component-based architecture: ReactJS uses a component-based architecture, which means that the UI is broken down into smaller, reusable components.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Key Features of ReactJS (Cont.)</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600"/>
              </a:spcAft>
              <a:defRPr sz="1800">
                <a:solidFill>
                  <a:srgbClr val="3C3C3C"/>
                </a:solidFill>
                <a:latin typeface="Calibri"/>
              </a:defRPr>
            </a:pPr>
            <a:r>
              <a:t>Virtual DOM: ReactJS uses a virtual DOM, which is a lightweight in-memory representation of the real DOM.</a:t>
            </a:r>
          </a:p>
          <a:p>
            <a:pPr>
              <a:lnSpc>
                <a:spcPct val="115000"/>
              </a:lnSpc>
              <a:spcAft>
                <a:spcPts val="600"/>
              </a:spcAft>
              <a:defRPr sz="1800">
                <a:solidFill>
                  <a:srgbClr val="3C3C3C"/>
                </a:solidFill>
                <a:latin typeface="Calibri"/>
              </a:defRPr>
            </a:pPr>
            <a:r>
              <a:t>Declarative programming: ReactJS uses declarative programming, which means that the developer describes what the UI should look like, and ReactJS takes care of the details.</a:t>
            </a:r>
          </a:p>
          <a:p>
            <a:pPr>
              <a:lnSpc>
                <a:spcPct val="115000"/>
              </a:lnSpc>
              <a:spcAft>
                <a:spcPts val="600"/>
              </a:spcAft>
              <a:defRPr sz="1800">
                <a:solidFill>
                  <a:srgbClr val="3C3C3C"/>
                </a:solidFill>
                <a:latin typeface="Calibri"/>
              </a:defRPr>
            </a:pPr>
            <a:r>
              <a:t>JSX: ReactJS uses JSX, which is a syntax extension for JavaScript that allows developers to write HTML-like code in their JavaScript files.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Advantages of ReactJS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600"/>
              </a:spcAft>
              <a:defRPr sz="1800">
                <a:solidFill>
                  <a:srgbClr val="3C3C3C"/>
                </a:solidFill>
                <a:latin typeface="Calibri"/>
              </a:defRPr>
            </a:pPr>
            <a:r>
              <a:t>Fast and efficient: ReactJS is fast and efficient, thanks to its virtual DOM and declarative programming model.</a:t>
            </a:r>
          </a:p>
          <a:p>
            <a:pPr>
              <a:lnSpc>
                <a:spcPct val="115000"/>
              </a:lnSpc>
              <a:spcAft>
                <a:spcPts val="600"/>
              </a:spcAft>
              <a:defRPr sz="1800">
                <a:solidFill>
                  <a:srgbClr val="3C3C3C"/>
                </a:solidFill>
                <a:latin typeface="Calibri"/>
              </a:defRPr>
            </a:pPr>
            <a:r>
              <a:t>Easy to learn: ReactJS is relatively easy to learn, especially for developers who are already familiar with JavaScript and HTML/CSS.</a:t>
            </a:r>
          </a:p>
          <a:p>
            <a:pPr>
              <a:lnSpc>
                <a:spcPct val="115000"/>
              </a:lnSpc>
              <a:spcAft>
                <a:spcPts val="600"/>
              </a:spcAft>
              <a:defRPr sz="1800">
                <a:solidFill>
                  <a:srgbClr val="3C3C3C"/>
                </a:solidFill>
                <a:latin typeface="Calibri"/>
              </a:defRPr>
            </a:pPr>
            <a:r>
              <a:t>Large community: ReactJS has a large and active community of developers, which means that there are many resources available for learning and troubleshooting.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Use Cases for ReactJS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600"/>
              </a:spcAft>
              <a:defRPr sz="1800">
                <a:solidFill>
                  <a:srgbClr val="3C3C3C"/>
                </a:solidFill>
                <a:latin typeface="Calibri"/>
              </a:defRPr>
            </a:pPr>
            <a:r>
              <a:t>Web applications: ReactJS is well-suited for building complex web applications, such as social media platforms, online forums, and e-commerce sites.</a:t>
            </a:r>
          </a:p>
          <a:p>
            <a:pPr>
              <a:lnSpc>
                <a:spcPct val="115000"/>
              </a:lnSpc>
              <a:spcAft>
                <a:spcPts val="600"/>
              </a:spcAft>
              <a:defRPr sz="1800">
                <a:solidFill>
                  <a:srgbClr val="3C3C3C"/>
                </a:solidFill>
                <a:latin typeface="Calibri"/>
              </a:defRPr>
            </a:pPr>
            <a:r>
              <a:t>Mobile applications: ReactJS can be used for building mobile applications, using frameworks such as React Native.</a:t>
            </a:r>
          </a:p>
          <a:p>
            <a:pPr>
              <a:lnSpc>
                <a:spcPct val="115000"/>
              </a:lnSpc>
              <a:spcAft>
                <a:spcPts val="600"/>
              </a:spcAft>
              <a:defRPr sz="1800">
                <a:solidFill>
                  <a:srgbClr val="3C3C3C"/>
                </a:solidFill>
                <a:latin typeface="Calibri"/>
              </a:defRPr>
            </a:pPr>
            <a:r>
              <a:t>Desktop applications: ReactJS can be used for building desktop applications, using frameworks such as Electron.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