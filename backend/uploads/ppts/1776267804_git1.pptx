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3"/>
    <p:sldId id="257" r:id="rId4"/>
    <p:sldId id="258" r:id="rId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34782"/>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714500"/>
            <a:ext cx="8229600" cy="1371600"/>
          </a:xfrm>
          <a:prstGeom prst="rect">
            <a:avLst/>
          </a:prstGeom>
          <a:noFill/>
        </p:spPr>
        <p:txBody>
          <a:bodyPr wrap="square">
            <a:spAutoFit/>
          </a:bodyPr>
          <a:lstStyle/>
          <a:p>
            <a:pPr algn="ctr">
              <a:lnSpc>
                <a:spcPct val="120000"/>
              </a:lnSpc>
              <a:defRPr sz="5400" b="1">
                <a:solidFill>
                  <a:srgbClr val="FFFFFF"/>
                </a:solidFill>
                <a:latin typeface="Calibri" panose="020F0502020204030204"/>
              </a:defRPr>
            </a:pPr>
            <a:r>
              <a:t>git1</a:t>
            </a:r>
          </a:p>
        </p:txBody>
      </p:sp>
      <p:sp>
        <p:nvSpPr>
          <p:cNvPr id="4" name="TextBox 3"/>
          <p:cNvSpPr txBox="1"/>
          <p:nvPr/>
        </p:nvSpPr>
        <p:spPr>
          <a:xfrm>
            <a:off x="457200" y="3429000"/>
            <a:ext cx="8229600" cy="914400"/>
          </a:xfrm>
          <a:prstGeom prst="rect">
            <a:avLst/>
          </a:prstGeom>
          <a:noFill/>
        </p:spPr>
        <p:txBody>
          <a:bodyPr wrap="square">
            <a:spAutoFit/>
          </a:bodyPr>
          <a:lstStyle/>
          <a:p>
            <a:pPr algn="ctr">
              <a:defRPr sz="2400">
                <a:solidFill>
                  <a:srgbClr val="DCE6FA"/>
                </a:solidFill>
                <a:latin typeface="Calibri" panose="020F0502020204030204"/>
              </a:defRPr>
            </a:pPr>
            <a:r>
              <a:t>GitHub is a web-based platform for version control and collaboration 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panose="020F0502020204030204"/>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2000" b="1">
                <a:solidFill>
                  <a:srgbClr val="4678AA"/>
                </a:solidFill>
                <a:latin typeface="Calibri" panose="020F0502020204030204"/>
              </a:defRPr>
            </a:pPr>
            <a:r>
              <a:t>Introduction to GitHub</a:t>
            </a:r>
          </a:p>
          <a:p>
            <a:pPr>
              <a:lnSpc>
                <a:spcPct val="115000"/>
              </a:lnSpc>
              <a:spcAft>
                <a:spcPts val="1000"/>
              </a:spcAft>
              <a:defRPr sz="1800">
                <a:solidFill>
                  <a:srgbClr val="2D2D2D"/>
                </a:solidFill>
                <a:latin typeface="Calibri" panose="020F0502020204030204"/>
              </a:defRPr>
            </a:pPr>
            <a:r>
              <a:t>GitHub is a web-based platform for version control and collaboration on software development projects. It allows developers to host and manage their code, track changes, and collaborate with others. GitHub was founded in 2008 and is now owned by...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5FF"/>
        </a:solidFill>
        <a:effectLst/>
      </p:bgPr>
    </p:bg>
    <p:spTree>
      <p:nvGrpSpPr>
        <p:cNvPr id="1" name=""/>
        <p:cNvGrpSpPr/>
        <p:nvPr/>
      </p:nvGrpSpPr>
      <p:grpSpPr/>
      <p:sp>
        <p:nvSpPr>
          <p:cNvPr id="2" name="Rectangle 1"/>
          <p:cNvSpPr/>
          <p:nvPr/>
        </p:nvSpPr>
        <p:spPr>
          <a:xfrm>
            <a:off x="0" y="0"/>
            <a:ext cx="9144000" cy="73152"/>
          </a:xfrm>
          <a:prstGeom prst="rect">
            <a:avLst/>
          </a:prstGeom>
          <a:solidFill>
            <a:srgbClr val="134782"/>
          </a:solidFill>
          <a:ln>
            <a:solidFill>
              <a:srgbClr val="13478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57200" y="365760"/>
            <a:ext cx="8229600" cy="1005840"/>
          </a:xfrm>
          <a:prstGeom prst="rect">
            <a:avLst/>
          </a:prstGeom>
          <a:solidFill>
            <a:srgbClr val="C8D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411480"/>
            <a:ext cx="7863840" cy="914400"/>
          </a:xfrm>
          <a:prstGeom prst="rect">
            <a:avLst/>
          </a:prstGeom>
          <a:noFill/>
        </p:spPr>
        <p:txBody>
          <a:bodyPr wrap="square">
            <a:spAutoFit/>
          </a:bodyPr>
          <a:lstStyle/>
          <a:p>
            <a:pPr algn="l">
              <a:defRPr sz="3600" b="1">
                <a:solidFill>
                  <a:srgbClr val="134782"/>
                </a:solidFill>
                <a:latin typeface="Calibri" panose="020F0502020204030204"/>
              </a:defRPr>
            </a:pPr>
            <a:r>
              <a:t>Overview</a:t>
            </a:r>
          </a:p>
        </p:txBody>
      </p:sp>
      <p:sp>
        <p:nvSpPr>
          <p:cNvPr id="5" name="TextBox 4"/>
          <p:cNvSpPr txBox="1"/>
          <p:nvPr/>
        </p:nvSpPr>
        <p:spPr>
          <a:xfrm>
            <a:off x="457200" y="1463039"/>
            <a:ext cx="8229600" cy="4663440"/>
          </a:xfrm>
          <a:prstGeom prst="rect">
            <a:avLst/>
          </a:prstGeom>
          <a:noFill/>
        </p:spPr>
        <p:txBody>
          <a:bodyPr wrap="square" anchor="t">
            <a:noAutofit/>
          </a:bodyPr>
          <a:lstStyle/>
          <a:p>
            <a:pPr>
              <a:lnSpc>
                <a:spcPct val="115000"/>
              </a:lnSpc>
              <a:spcAft>
                <a:spcPts val="800"/>
              </a:spcAft>
              <a:defRPr sz="2000" b="1">
                <a:solidFill>
                  <a:srgbClr val="4678AA"/>
                </a:solidFill>
                <a:latin typeface="Calibri" panose="020F0502020204030204"/>
              </a:defRPr>
            </a:pPr>
            <a:r>
              <a:t>Key Features of GitHub</a:t>
            </a:r>
          </a:p>
          <a:p>
            <a:pPr>
              <a:lnSpc>
                <a:spcPct val="115000"/>
              </a:lnSpc>
              <a:spcAft>
                <a:spcPts val="800"/>
              </a:spcAft>
              <a:defRPr sz="1800">
                <a:solidFill>
                  <a:srgbClr val="3C3C3C"/>
                </a:solidFill>
                <a:latin typeface="Calibri" panose="020F0502020204030204"/>
              </a:defRPr>
            </a:pPr>
            <a:r>
              <a:t>Repositories: GitHub allows users to create repositories, which are essentially folders that contain all the files, history, and collaborators for a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543</Words>
  <Application>WPS Presentation</Application>
  <PresentationFormat>On-screen Show (4:3)</PresentationFormat>
  <Paragraphs>14</Paragraphs>
  <Slides>3</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vt:i4>
      </vt:variant>
    </vt:vector>
  </HeadingPairs>
  <TitlesOfParts>
    <vt:vector size="11" baseType="lpstr">
      <vt:lpstr>Arial</vt:lpstr>
      <vt:lpstr>SimSun</vt:lpstr>
      <vt:lpstr>Wingdings</vt:lpstr>
      <vt:lpstr>Arial</vt:lpstr>
      <vt:lpstr>Calibri</vt:lpstr>
      <vt:lpstr>Microsoft YaHei</vt:lpstr>
      <vt:lpstr>Arial Unicode MS</vt:lpstr>
      <vt:lpstr>Office Theme</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Santhosh Kumar</cp:lastModifiedBy>
  <cp:revision>2</cp:revision>
  <dcterms:created xsi:type="dcterms:W3CDTF">2013-01-27T09:14:00Z</dcterms:created>
  <dcterms:modified xsi:type="dcterms:W3CDTF">2026-04-15T14:51:49Z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3494E0EABE924383A131D63F311C8730_12</vt:lpwstr>
  </property>
  <property fmtid="{D5CDD505-2E9C-101B-9397-08002B2CF9AE}" pid="3" name="KSOProductBuildVer">
    <vt:lpwstr>1033-12.1.0.25242</vt:lpwstr>
  </property>
</Properties>
</file>