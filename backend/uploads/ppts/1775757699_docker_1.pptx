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 panose="020F0502020204030204"/>
              </a:defRPr>
            </a:pPr>
            <a:r>
              <a:t>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 panose="020F0502020204030204"/>
              </a:defRPr>
            </a:pPr>
            <a:r>
              <a:t>Introduction to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Introduction to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D2D2D"/>
                </a:solidFill>
                <a:latin typeface="Calibri" panose="020F0502020204030204"/>
              </a:defRPr>
            </a:pPr>
            <a:r>
              <a:t>Docker is a containerization platform that allows developers to package, ship, and run applications in containers.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Lightweight and portable: Docker containers are much lighter than virtual machines, making them easier to deploy and manage.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Isolation: Docker containers provide a high level of isolation between applications, ensuring that they do not interfere with each other.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Scalability: Docker containers can be easily scaled up or down as needed, making them ideal for large and complex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Benefits of Using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Faster deployment: Docker containers can be deployed much faster than traditional virtual machines.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Improved collaboration: Docker provides a consistent environment for development, testing, and production, making it easier for teams to collaborate.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Reduced costs: Docker containers can help reduce infrastructure costs by allowing multiple applications to run on a single host.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Client: The Docker client is used to interact with the Docker daemon, which is responsible for managing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Daemon: The Docker daemon is the background process that manages containers and handles Docker commands.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Registry: The Docker registry is a repository of Docker images that can be used to create containers.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Use Cases for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Web development: Docker is widely used in web development to provide a consistent environment for development, testing, and production.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DevOps: Docker is used in DevOps to improve collaboration between development and operations teams.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Cloud computing: Docker is used in cloud computing to provide a scalable and flexible way to deploy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Docker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run: This command is used to create and start a new container.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ps: This command is used to list all running containers.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stop: This command is used to stop a running container.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rm: This command is used to delete a stopped container.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Docker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Compose: This tool is used to define and run multi-container Docker applications.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Swarm: This tool is used to manage and orchestrate containers in a cluster.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Machine: This tool is used to create and manage Docker hosts.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Use official Docker images: Official Docker images are maintained by Docker and are updated regularly.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Use a consistent naming convention: A consistent naming convention makes it easier to manage and identify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Monitor and log containers: Monitoring and logging containers helps to identify and debug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Common Docker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Container crashes: Container crashes can occur due to a variety of reasons, including resource constraints and software bugs.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Network issues: Network issues can occur due to misconfiguration or conflicts between containers.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Security issues: Security issues can occur due to vulnerabilities in the Docker image or misconfiguration of the container.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provides a number of security features, including network policies and secret management.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images can be scanned for vulnerabilities using tools like Docker Security Scanning.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Containers can be configured to run with reduced privileges to reduce the risk of security breaches.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Docker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provides a number of networking options, including bridge, host, and none.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Containers can be connected to each other using Docker networks.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Docker networks can be configured to provide isolation and security between containers.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3398</Words>
  <Application>WPS Presentation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Santhosh Kumar</cp:lastModifiedBy>
  <cp:revision>2</cp:revision>
  <dcterms:created xsi:type="dcterms:W3CDTF">2013-01-27T09:14:00Z</dcterms:created>
  <dcterms:modified xsi:type="dcterms:W3CDTF">2026-04-09T18:01:11Z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4B73DFC8A3674384812B19975B562435_12</vt:lpwstr>
  </property>
  <property fmtid="{D5CDD505-2E9C-101B-9397-08002B2CF9AE}" pid="3" name="KSOProductBuildVer">
    <vt:lpwstr>1033-12.1.0.25242</vt:lpwstr>
  </property>
</Properties>
</file>