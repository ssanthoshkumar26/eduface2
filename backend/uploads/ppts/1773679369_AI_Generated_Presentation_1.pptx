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AI_Generated_Presentation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ReactJS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ReactJS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What is ReactJS?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A JavaScript library for building user interfaces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Developed by Facebook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Initially released in 2013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Key Features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Building Blocks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Virtual DOM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Components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Props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State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Advantages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High-Performance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Fast rendering and rendering speed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Efficient use of resources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Real-World Applications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Web and Mobile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Build complex web applications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Create responsive mobile apps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Example Use Case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Simple Todo List App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Use ReactJS to build a simple todo list app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Use components and props to manage state and render UI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Use virtual DOM for fast rendering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