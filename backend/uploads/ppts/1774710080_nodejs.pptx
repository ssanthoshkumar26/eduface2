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nodejs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Overview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Node.js is a JavaScript runtime built on Chrome's V8 engine, allowing developers to run JavaScript in the browser or server-side.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It was created by Ryan Dahl and released under the MIT License.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Installing Node.js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Install node globally using nvm (Node Version Manager) for Mac/Linux or npx install -g npm or yarn globally on Windows.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Use npm init or yarn init to create a new project folder, then run node -v to verify the version.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Setting up a New Project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Create a new directory and initialize a new Node.js project using npm init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Install dependencies using npm install express or yarn add express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Creating a Simple Server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Run the server using node server.js, then open your web browser to http://localhost:3000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Use express.json middleware to handle JSON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Creating a REST API with Express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Create a new file called app.js and install express using npm or yarn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Define routes for GET, POST, PUT, and DELETE requests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Handle errors and respond to HTTP status codes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`javascript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const app = express;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// GET /users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app.get('/users', (req, res) =&gt; {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const users = ['John Doe', 'Jane Doe'];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res.json(users);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// POST /users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app.post('/users', (req, res) =&gt; {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const newUser = req.body;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// Handle user creation logic here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res.status(201).json({ message: 'User created successfully' });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Using a Package Manager for Dependencies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Install dependencies using npm install or yarn add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Use the package manager to resolve conflicts and manage versions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Creating a Model with Mongoose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Install mongoose using npm or yarn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Define a model using Mongoose's constructor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Use the model in your routes to interact with the database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`javascript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const mongoose = require('mongoose');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// Connect to MongoDB database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mongoose.connect('mongodb://localhost/mydatabase', { useNewUrlParser: true, useUnifiedTopology: true });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// Define the user model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const User = mongoose.model('User', 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name: String,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email: String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// Create a new user instance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const newUser = new User({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name: 'John Doe',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email: 'john.doe@example.com'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// Save the user to the database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newUser.save((err, savedUser) =&gt; 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if (err) 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console.error(err);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} else 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console.log(savedUser);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Running and Testing Your App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Run your app using node server.js or npx express server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Test the API endpoints in a tool like Postman or curl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Troubleshooting Common Issues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Check the Node.js version and dependencies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Review error messages and HTTP status codes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Use console.log statements to debug your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