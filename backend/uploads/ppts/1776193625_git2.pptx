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4782"/>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714500"/>
            <a:ext cx="8229600" cy="1371600"/>
          </a:xfrm>
          <a:prstGeom prst="rect">
            <a:avLst/>
          </a:prstGeom>
          <a:noFill/>
        </p:spPr>
        <p:txBody>
          <a:bodyPr wrap="square">
            <a:spAutoFit/>
          </a:bodyPr>
          <a:lstStyle/>
          <a:p>
            <a:pPr algn="ctr">
              <a:lnSpc>
                <a:spcPct val="120000"/>
              </a:lnSpc>
              <a:defRPr sz="5400" b="1">
                <a:solidFill>
                  <a:srgbClr val="FFFFFF"/>
                </a:solidFill>
                <a:latin typeface="Calibri"/>
              </a:defRPr>
            </a:pPr>
            <a:r>
              <a:t>git2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Overview</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800"/>
              </a:spcAft>
              <a:defRPr sz="2000" b="1">
                <a:solidFill>
                  <a:srgbClr val="4678AA"/>
                </a:solidFill>
                <a:latin typeface="Calibri"/>
              </a:defRPr>
            </a:pPr>
            <a:r>
              <a:t>Introduction to GitHub</a:t>
            </a:r>
          </a:p>
          <a:p>
            <a:pPr>
              <a:lnSpc>
                <a:spcPct val="115000"/>
              </a:lnSpc>
              <a:spcAft>
                <a:spcPts val="1000"/>
              </a:spcAft>
              <a:defRPr sz="1800">
                <a:solidFill>
                  <a:srgbClr val="2D2D2D"/>
                </a:solidFill>
                <a:latin typeface="Calibri"/>
              </a:defRPr>
            </a:pPr>
            <a:r>
              <a:t>GitHub is a web-based platform for version control and collaboration on software development projects. It allows developers to host and manage their code, track changes, and collaborate with others. GitHub was founded in 2008 and is now owned by...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Overview</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800"/>
              </a:spcAft>
              <a:defRPr sz="2000" b="1">
                <a:solidFill>
                  <a:srgbClr val="4678AA"/>
                </a:solidFill>
                <a:latin typeface="Calibri"/>
              </a:defRPr>
            </a:pPr>
            <a:r>
              <a:t>Key Features of GitHub</a:t>
            </a:r>
          </a:p>
          <a:p>
            <a:pPr>
              <a:lnSpc>
                <a:spcPct val="115000"/>
              </a:lnSpc>
              <a:spcAft>
                <a:spcPts val="800"/>
              </a:spcAft>
              <a:defRPr sz="1800">
                <a:solidFill>
                  <a:srgbClr val="3C3C3C"/>
                </a:solidFill>
                <a:latin typeface="Calibri"/>
              </a:defRPr>
            </a:pPr>
            <a:r>
              <a:t>Repositories: GitHub allows users to create repositories, which are essentially folders that contain all the files, history, and collaborators for a project.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Overview</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800"/>
              </a:spcAft>
              <a:defRPr sz="1800">
                <a:solidFill>
                  <a:srgbClr val="3C3C3C"/>
                </a:solidFill>
                <a:latin typeface="Calibri"/>
              </a:defRPr>
            </a:pPr>
            <a:r>
              <a:t>Version Control: GitHub uses Git, a version control system that tracks changes to code over time, allowing developers to revert back to previous versions if needed.</a:t>
            </a:r>
          </a:p>
          <a:p>
            <a:pPr>
              <a:lnSpc>
                <a:spcPct val="115000"/>
              </a:lnSpc>
              <a:spcAft>
                <a:spcPts val="800"/>
              </a:spcAft>
              <a:defRPr sz="1800">
                <a:solidFill>
                  <a:srgbClr val="3C3C3C"/>
                </a:solidFill>
                <a:latin typeface="Calibri"/>
              </a:defRPr>
            </a:pPr>
            <a:r>
              <a:t>Collaboration: GitHub enables multiple developers to collaborate on a project by allowing them to create branches, make changes, and merge those changes into the main project.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Overview</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800"/>
              </a:spcAft>
              <a:defRPr sz="1800">
                <a:solidFill>
                  <a:srgbClr val="3C3C3C"/>
                </a:solidFill>
                <a:latin typeface="Calibri"/>
              </a:defRPr>
            </a:pPr>
            <a:r>
              <a:t>Pull Requests: GitHub's pull request feature allows developers to review and discuss changes before they are merged into the main project.</a:t>
            </a:r>
          </a:p>
          <a:p>
            <a:pPr>
              <a:lnSpc>
                <a:spcPct val="115000"/>
              </a:lnSpc>
              <a:spcAft>
                <a:spcPts val="800"/>
              </a:spcAft>
              <a:defRPr sz="1800">
                <a:solidFill>
                  <a:srgbClr val="3C3C3C"/>
                </a:solidFill>
                <a:latin typeface="Calibri"/>
              </a:defRPr>
            </a:pPr>
            <a:r>
              <a:t>Issues: GitHub's issue tracker allows developers to track bugs, feature requests, and other project-related tasks.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a:defRPr>
            </a:pPr>
            <a:r>
              <a:t>Overview</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600"/>
              </a:spcAft>
              <a:defRPr sz="2000" b="1">
                <a:solidFill>
                  <a:srgbClr val="4678AA"/>
                </a:solidFill>
                <a:latin typeface="Calibri"/>
              </a:defRPr>
            </a:pPr>
            <a:r>
              <a:t>Uses of GitHub</a:t>
            </a:r>
          </a:p>
          <a:p>
            <a:pPr>
              <a:lnSpc>
                <a:spcPct val="115000"/>
              </a:lnSpc>
              <a:spcAft>
                <a:spcPts val="600"/>
              </a:spcAft>
              <a:defRPr sz="1800">
                <a:solidFill>
                  <a:srgbClr val="3C3C3C"/>
                </a:solidFill>
                <a:latin typeface="Calibri"/>
              </a:defRPr>
            </a:pPr>
            <a:r>
              <a:t>Open-Source Software Development: GitHub is widely used for open-source software development, allowing developers to collaborate on projects and share their code with the world.</a:t>
            </a:r>
          </a:p>
          <a:p>
            <a:pPr>
              <a:lnSpc>
                <a:spcPct val="115000"/>
              </a:lnSpc>
              <a:spcAft>
                <a:spcPts val="600"/>
              </a:spcAft>
              <a:defRPr sz="1800">
                <a:solidFill>
                  <a:srgbClr val="3C3C3C"/>
                </a:solidFill>
                <a:latin typeface="Calibri"/>
              </a:defRPr>
            </a:pPr>
            <a:r>
              <a:t>Private Project Management: GitHub is also used for private project management, allowing companies to manage their internal projects and collaborate with team members.</a:t>
            </a:r>
          </a:p>
          <a:p>
            <a:pPr>
              <a:lnSpc>
                <a:spcPct val="115000"/>
              </a:lnSpc>
              <a:spcAft>
                <a:spcPts val="600"/>
              </a:spcAft>
              <a:defRPr sz="1800">
                <a:solidFill>
                  <a:srgbClr val="3C3C3C"/>
                </a:solidFill>
                <a:latin typeface="Calibri"/>
              </a:defRPr>
            </a:pPr>
            <a:r>
              <a:t>Resume Building: GitHub can be used as a portfolio for developers, allowing them to showcase their projects and skills to potential employers.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