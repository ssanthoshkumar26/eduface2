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AI_Generated_Presentation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Introduction to 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Introduction to Node.js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What is Node.js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Node.js is a JavaScript runtime environment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Built on Chrome's V8 JavaScript engine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Allows developers to run JavaScript on the server-side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Key Features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Event-driven and non-blocking I/O model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Fast and scalable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Supports real-time web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 Modules and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Managing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npm (Node Package Manager) is used to install packages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Packages are installed locally or globally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Dependencies are managed using package.json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 Frameworks and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Popular Frameworks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Express.js for building web applications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Koa.js for building fast and scalable applications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Hapi for building robust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Node.js Best Practices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Secure Coding Practices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Validate and sanitize user input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Use secure protocols for authentication and authorization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Keep dependencies and packages up-to-date to prevent vulnerabilities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