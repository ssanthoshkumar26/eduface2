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/>
              </a:defRPr>
            </a:pPr>
            <a:r>
              <a:t>nodejs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E6FA"/>
                </a:solidFill>
                <a:latin typeface="Calibri"/>
              </a:defRPr>
            </a:pPr>
            <a:r>
              <a:t>Node.js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900" b="1">
                <a:solidFill>
                  <a:srgbClr val="4678AA"/>
                </a:solidFill>
                <a:latin typeface="Calibri"/>
              </a:defRPr>
            </a:pPr>
            <a:r>
              <a:t>What is Node.js?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A JavaScript runtime environment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Built on Chrome's V8 JavaScript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Node.js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First released in 2009 by Ryan Dahl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Node.js (Cont.)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900" b="1">
                <a:solidFill>
                  <a:srgbClr val="4678AA"/>
                </a:solidFill>
                <a:latin typeface="Calibri"/>
              </a:defRPr>
            </a:pPr>
            <a:r>
              <a:t>Key Features of Node.js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Event-driven, non-blocking I/O: Node.js uses asynchronous programming to handle multiple requests without blocking each other.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Real-time data processing: Node.js is designed for real-time web applications and can handle a large number of concurrent connections.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Cross-platform compatibility: Node.js runs on most operating systems, including Windows, macOS, and Linux.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Node.js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900" b="1">
                <a:solidFill>
                  <a:srgbClr val="4678AA"/>
                </a:solidFill>
                <a:latin typeface="Calibri"/>
              </a:defRPr>
            </a:pPr>
            <a:r>
              <a:t>Setup and Running Node.js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Install Node.js from the official website: &lt;https://nodejs.org/en/download/&gt;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Choose the correct version for your operating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Node.js (Cont.)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900" b="1">
                <a:solidFill>
                  <a:srgbClr val="4678AA"/>
                </a:solidFill>
                <a:latin typeface="Calibri"/>
              </a:defRPr>
            </a:pPr>
            <a:r>
              <a:t>Creating and Interacting with Files in Node.js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Node.js file system API: Provides methods to read, write, and delete files.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File paths: Use absolute or relative paths to navigate to different directories.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900" b="1">
                <a:solidFill>
                  <a:srgbClr val="4678AA"/>
                </a:solidFill>
                <a:latin typeface="Calibri"/>
              </a:defRPr>
            </a:pPr>
            <a:r>
              <a:t>Handling HTTP Requests in Node.js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Express.js framework: A popular Node.js web framework for building web applications.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Request and Response objects: Access and manipulate request and response data using these two objects.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