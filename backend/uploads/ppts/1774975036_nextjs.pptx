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nextjs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NextJS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NextJS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NextJS is a popular React-based framework for building server-side rendered, static, and performance-optimized web applications. It provides a comprehensive set of features for building fast, scalable, and maintainable applications.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Key Features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Server-side rendering for improved SEO and performance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Static site generation for fast page loads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Automatic code splitting for optimized bundle sizes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Built-in support for internationalization and localization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Extensive plugin ecosystem for customization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Setting Up a NextJS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Creating a New Project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npx create-next-app command to create a new project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Choose a template or start from scratch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Install required dependencies and plugins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Configure project settings and environment variables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Start the development server with npm run dev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Page Routing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pages directory to create routes for your application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Create index pages for root routes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dynamic routing for parameterized routes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Link component for client-side navigation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useRouter hook for programmatic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State Management and Data Fetching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Data Fetching Strategies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getStaticProps for static site generation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getServerSideProps for server-side rendering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useEffect for client-side data fetching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useContext hook for state management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a library like Redux or MobX for complex state management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Deployment Options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Deploy to Vercel for automatic optimization and scaling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Deploy to a custom server for more control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a CDN for improved performance and caching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Optimize images and assets for reduced bundle sizes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the next build command to generate a production-ready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