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Arial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DCDC"/>
                </a:solidFill>
                <a:latin typeface="Arial"/>
              </a:defRPr>
            </a:pPr>
            <a:r>
              <a:t>Introduction to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Introduction to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Networking refers to the process of connecting devices, such as computers, servers, and other hardware, to share resources, exchange data, and communicate with each other. A network can be as simple as two devices connected by a cable or as complex...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Local Area Network (LAN): A LAN connects devices in a limited geographical area, such as a home, office building, or campus.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Wide Area Network (WAN): A WAN connects devices over a larger geographical area, such as a city or country.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 (Cont.)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 (Cont.) (Cont.)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 (Cont.) (Cont.) (Cont.)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Wireless Network (WLAN): A WLAN connects devices wirelessly, using radio waves or infrared signals.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Virtual Private Network (VPN): A VPN is a network that uses encryption and other security measures to create a secure and private connection between devices over the internet.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Bus Topology: A bus topology is a network configuration in which all devices are connected to a single cable or backbone.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Topologies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Star Topology: A star topology is a network configuration in which all devices are connected to a central device or 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Topologies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Ring Topology: A ring topology is a network configuration in which devices are connected in a circular configuration, with each device connected to its two neighbors.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Mesh Topology: A mesh topology is a network configuration in which each device is connected to every other device.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Router: A router is a device that connects multiple networks together and routes traffic between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Devices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Switch: A switch is a device that connects multiple devices within a network and forwards data packets between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Devices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Hub: A hub is a device that connects multiple devices within a network and broadcasts incoming data to all connected devices.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464646"/>
                </a:solidFill>
                <a:latin typeface="Arial"/>
              </a:defRPr>
            </a:pPr>
            <a:r>
              <a:t>Modem: A modem is a device that connects a network to the internet via a broadband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