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47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7145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5400" b="1">
                <a:solidFill>
                  <a:srgbClr val="FFFFFF"/>
                </a:solidFill>
                <a:latin typeface="Calibri"/>
              </a:defRPr>
            </a:pPr>
            <a:r>
              <a:t>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29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DCE6FA"/>
                </a:solidFill>
                <a:latin typeface="Calibri"/>
              </a:defRPr>
            </a:pPr>
            <a:r>
              <a:t>Java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Java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/>
              </a:defRPr>
            </a:pPr>
            <a:r>
              <a:t>What is Java?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A high-level, object-oriented programming language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Developed by Sun Microsystems (now Oracle Corporation)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Designed to have a single inheritance hierarchy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/>
              </a:defRPr>
            </a:pPr>
            <a:r>
              <a:t>Key Features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Platform-independent: runs on any platform with a Java Virtual Machine (JVM)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Object-oriented: modular design, encapsulation, and polymorphism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Easy to learn: extensive use of annotations for readability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Large standard library: comprehensive set of APIs and tools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/>
              </a:defRPr>
            </a:pPr>
            <a:r>
              <a:t>Benefits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Rapid development: Java's architecture allows for fast prototyping and testing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Scalability: suitable for large-scale applications with many threads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Security: built-in security features, such as memory management and class loading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/>
              </a:defRPr>
            </a:pPr>
            <a:r>
              <a:t>Example Use Cases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Android app development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Enterprise software development using frameworks like Spring and Hibernate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Web development using Java Servlets and JSPs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