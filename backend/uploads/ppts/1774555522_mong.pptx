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mong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Mongodb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Mongodb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What is MongoDB?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Mongodb is a popular NoSQL document-oriented database management system designed to handle large amounts of semi-structured or unstructured data.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Key Features: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Document-based data model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Flexible schema design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High performance and scalability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Real-time data synchronization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Advantages of MongoDB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Key Benefits: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High Performance: MongoDB's document-oriented design allows for efficient data retrieval and manipulation.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Scalability: Easily scale up or down to meet changing workload demands.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Flexibility: Supports a variety of data formats and protocols.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Real-World Use Cases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Applications with MongoDB: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NoSQL databases for large-scale, high-performance applications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Real-time web applications: e.g., live updates, social media platforms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Cases: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Streaming platforms (e.g., Netflix)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Social media platforms (e.g., Facebook, Twitter)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Common Query Patterns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Advanced Queries: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Filtering by multiple fields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Ordering and limiting results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Grouping and aggregating data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MongoDB Aggregation Framework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Data Processing Pipelines: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the aggregation framework to process large datasets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Filter, group, sort, aggregate, and project data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Example: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db.collection.aggregate([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$group: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_id: "$date",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count: { $sum: 1 }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$sort: { "count": -1 }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$project: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_id: 0,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date: "$_id",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count: "$count"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Data Modeling and Schema Design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Document-Based Data Model: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Each document represents a single record or item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JSON-like data structures to represent schema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Schema Design: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the MongoDB shell or command-line tools to create and modify schemas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Define relationships between documents using foreign keys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Example Schema: User Collection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"_id": ObjectId,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"name":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"email":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"password":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"address":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"street":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"city":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"state":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"zipCode": String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"createdDate": Date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MongoDB Replication and Sharding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High Availability: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multiple instances of MongoDB for redundancy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Implement replication to ensure data durability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Replication: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the rs command-line tool or MongoDB shell to create replicas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Configure replica sets, shadows, and sync slaves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Shard Design: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Divide large collections into smaller shards for improved performance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the mongos console to manage shard clusters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